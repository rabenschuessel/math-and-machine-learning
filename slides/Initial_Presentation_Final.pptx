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61" r:id="rId5"/>
    <p:sldId id="275" r:id="rId6"/>
    <p:sldId id="276" r:id="rId7"/>
    <p:sldId id="262" r:id="rId8"/>
    <p:sldId id="263" r:id="rId9"/>
    <p:sldId id="279" r:id="rId10"/>
    <p:sldId id="278" r:id="rId11"/>
    <p:sldId id="280" r:id="rId12"/>
    <p:sldId id="264" r:id="rId13"/>
    <p:sldId id="265" r:id="rId14"/>
    <p:sldId id="281" r:id="rId15"/>
    <p:sldId id="267" r:id="rId16"/>
    <p:sldId id="268" r:id="rId17"/>
    <p:sldId id="282" r:id="rId18"/>
    <p:sldId id="272" r:id="rId19"/>
    <p:sldId id="284" r:id="rId20"/>
    <p:sldId id="285" r:id="rId21"/>
    <p:sldId id="273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E1BB"/>
    <a:srgbClr val="F0DAB5"/>
    <a:srgbClr val="6F543D"/>
    <a:srgbClr val="B588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4"/>
  </p:normalViewPr>
  <p:slideViewPr>
    <p:cSldViewPr snapToGrid="0">
      <p:cViewPr varScale="1">
        <p:scale>
          <a:sx n="93" d="100"/>
          <a:sy n="93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A14C5B-FE41-1FAB-AF67-A2D14138A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AF2B096-1EB0-604F-504B-E324C04CF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F1009C-98C4-7DE8-E446-9E7E0F219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1F-9EFE-3C40-8165-90F25737865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E2E60D-811F-3D8D-B202-42BE98A7F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A670A5-09D8-6464-495F-7E0D9C0F6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91D2-7D24-B14C-A273-41D07834B9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3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5A5D6E-0FD9-2E90-A755-7BA1C9889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70F300-CA01-34C5-1D49-8B7458B98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735D20-4C7F-2111-9C54-2FFBD4C4D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1F-9EFE-3C40-8165-90F25737865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5E3CAF-EF69-6177-F67D-A4C712F6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6A516F-665C-91D2-D6D5-F28A72B9D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91D2-7D24-B14C-A273-41D07834B9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55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8487A1-EF27-D1DD-3098-D2FA0640A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815003-078A-CEA9-2518-FECC383D9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42139D-AEDC-774D-034C-F30D5C93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1F-9EFE-3C40-8165-90F25737865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25C8DD-7DA1-5295-B282-6B4B3991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BD58E7-7C70-70E1-0FB1-FF2C510E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91D2-7D24-B14C-A273-41D07834B9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4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01B52D-2538-AEEE-9BD0-D5220591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E856D3-F918-79C8-D7AC-17E4E4FFB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4E57C00-65F6-3893-3579-22F1759F8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D7C65E-2073-09C9-3014-54EF8B3B0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1F-9EFE-3C40-8165-90F25737865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948D1A6-FE56-AFBB-634C-BE17E4DE0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3B7A21-69E0-B4D5-65B3-B64C656F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91D2-7D24-B14C-A273-41D07834B9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72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ACE36A-D614-BE0C-4EEB-70E0792F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7AA027-A6FE-0E1C-1308-60A9F9DCB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655F7C-8C8F-97AB-6770-08E7DDF6E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E5027AA-AC73-CAB3-AC48-AA14C1B8A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C8C197-8A84-7772-3801-DFEE103618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899B56-3FC9-2CC5-0A28-759CAB91E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1F-9EFE-3C40-8165-90F25737865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DC9823B-E0E7-B3CB-CA6C-5E971B4D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88729EC-C347-CB99-B9B7-BBA163152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91D2-7D24-B14C-A273-41D07834B9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77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83D543-9AED-B8AD-D364-3298F64E0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2CA1411-FB30-F09C-95CF-F740FBE9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1F-9EFE-3C40-8165-90F25737865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F830966-6F3D-925C-F78C-77C4F2CD3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E74E3C-5B52-2069-65D4-0F6ACAA13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91D2-7D24-B14C-A273-41D07834B9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862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F71E4E0-1D29-C5B1-008C-DF703CDCF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1F-9EFE-3C40-8165-90F25737865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AA3DF4-60DB-480E-1EBB-30CEFE52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6E85D7D-9554-BF44-7CBC-A6B6D311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91D2-7D24-B14C-A273-41D07834B9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1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2125F9-5484-7023-0A82-09D43AA41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B324C7-F427-01B2-1FB5-08C275D9F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CC6672F-5E01-AFF2-6646-C20253B26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A5C56D0-C6F2-5C0D-8824-4F58EABAA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1F-9EFE-3C40-8165-90F25737865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1B5B83-6687-5A6E-26FB-98534807C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523646-4286-FC90-C3C9-CCE1C42E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91D2-7D24-B14C-A273-41D07834B9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30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D3E893-A065-74FE-8A5B-00915481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CBC2707-74B7-7364-D715-4F06C19CDE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6522B93-ED73-35E4-BD4B-C0C576E5E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8FD2E3-62F3-152F-907A-FDAF8E836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1F-9EFE-3C40-8165-90F25737865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5EDECEC-61B9-A88F-4B32-4A9C3CE2A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967A5D8-D170-6FC2-6F0B-2E1FDB7FB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91D2-7D24-B14C-A273-41D07834B9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44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75D4C1-537B-DFE5-9F50-D18BF4D67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4F07743-0718-F7E8-7A83-F2562C3FA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B2AC86-2D27-C8EC-3991-6B08C232E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1F-9EFE-3C40-8165-90F25737865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67F4AF-B161-9262-1D9B-9894162B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51B579-1475-1B1F-22B1-BED67D18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91D2-7D24-B14C-A273-41D07834B9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969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7FFA729-54A2-DF22-D6A9-12FD3BE841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93E180F-827B-7C44-AAB0-93C5E5023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9D0A7AA-B80C-7135-5A25-417C8BB4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CED1F-9EFE-3C40-8165-90F25737865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DD8577-6093-34EF-DA3D-F99C22415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5A9BBE-8D85-D453-2C2B-0B1C8CE43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91D2-7D24-B14C-A273-41D07834B9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3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7C9DEE9-3743-3A43-BAE0-9BA788235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7D9B92-F204-9068-A67A-BC666F337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3FF24B-D381-DB7A-6102-A41D8FCAF3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CED1F-9EFE-3C40-8165-90F257378654}" type="datetimeFigureOut">
              <a:rPr lang="en-US" smtClean="0"/>
              <a:t>12/4/25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DCBA55-D7DF-B467-4181-24BACD46BF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31A336-DDE3-6707-179E-F10DADE34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E91D2-7D24-B14C-A273-41D07834B9B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76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89A1ECD2-80D4-E0CE-C275-4420FF23039B}"/>
              </a:ext>
            </a:extLst>
          </p:cNvPr>
          <p:cNvSpPr txBox="1"/>
          <p:nvPr/>
        </p:nvSpPr>
        <p:spPr>
          <a:xfrm>
            <a:off x="1601833" y="2397948"/>
            <a:ext cx="898833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AI4Math – Group 8</a:t>
            </a:r>
          </a:p>
          <a:p>
            <a:pPr algn="ctr"/>
            <a:endParaRPr lang="en-US" sz="3200" dirty="0"/>
          </a:p>
          <a:p>
            <a:pPr algn="ctr"/>
            <a:r>
              <a:rPr lang="en-US" sz="3200" b="1" dirty="0"/>
              <a:t>Exploration of Reward Shaping and Imitation Learning in Chess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E2BC019-C0D2-A438-BC00-CDEBEE8B9216}"/>
              </a:ext>
            </a:extLst>
          </p:cNvPr>
          <p:cNvSpPr txBox="1"/>
          <p:nvPr/>
        </p:nvSpPr>
        <p:spPr>
          <a:xfrm>
            <a:off x="-3815" y="5842337"/>
            <a:ext cx="35596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effectLst/>
              </a:rPr>
              <a:t>Jakob Lambert-Hartmann</a:t>
            </a:r>
          </a:p>
          <a:p>
            <a:r>
              <a:rPr lang="de-DE" sz="2000" b="1" dirty="0"/>
              <a:t>Jannis Junge</a:t>
            </a:r>
          </a:p>
          <a:p>
            <a:r>
              <a:rPr lang="de-DE" sz="2000" b="1" dirty="0">
                <a:effectLst/>
              </a:rPr>
              <a:t>Patric Riedel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0814156-17F6-3C61-307F-829C0205E54D}"/>
              </a:ext>
            </a:extLst>
          </p:cNvPr>
          <p:cNvSpPr txBox="1"/>
          <p:nvPr/>
        </p:nvSpPr>
        <p:spPr>
          <a:xfrm>
            <a:off x="8632371" y="6457890"/>
            <a:ext cx="3559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b="1" dirty="0">
                <a:effectLst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88015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feld 102">
            <a:extLst>
              <a:ext uri="{FF2B5EF4-FFF2-40B4-BE49-F238E27FC236}">
                <a16:creationId xmlns:a16="http://schemas.microsoft.com/office/drawing/2014/main" id="{C8DB8C4A-9CF8-EC67-BB73-790D6C4BAA17}"/>
              </a:ext>
            </a:extLst>
          </p:cNvPr>
          <p:cNvSpPr txBox="1"/>
          <p:nvPr/>
        </p:nvSpPr>
        <p:spPr>
          <a:xfrm>
            <a:off x="1601833" y="109777"/>
            <a:ext cx="898833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AI4Math – Group 8</a:t>
            </a:r>
          </a:p>
          <a:p>
            <a:pPr algn="ctr"/>
            <a:endParaRPr lang="en-US" sz="3200" dirty="0"/>
          </a:p>
          <a:p>
            <a:pPr algn="ctr"/>
            <a:r>
              <a:rPr lang="en-US" sz="3200" b="1" dirty="0"/>
              <a:t>Exploration of Reward Shaping and Imitation Learning in Chess</a:t>
            </a: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DF21ACC4-147A-A1EF-D3FC-EF5A95636D85}"/>
              </a:ext>
            </a:extLst>
          </p:cNvPr>
          <p:cNvSpPr txBox="1"/>
          <p:nvPr/>
        </p:nvSpPr>
        <p:spPr>
          <a:xfrm>
            <a:off x="-3815" y="5842337"/>
            <a:ext cx="35596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effectLst/>
              </a:rPr>
              <a:t>Jakob Lambert-Hartmann</a:t>
            </a:r>
          </a:p>
          <a:p>
            <a:r>
              <a:rPr lang="de-DE" sz="2000" b="1" dirty="0"/>
              <a:t>Jannis</a:t>
            </a:r>
          </a:p>
          <a:p>
            <a:r>
              <a:rPr lang="de-DE" sz="2000" b="1" dirty="0">
                <a:effectLst/>
              </a:rPr>
              <a:t>Patric Riedel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6C5DD21-8D3D-1CD3-62F4-4FE645B10350}"/>
              </a:ext>
            </a:extLst>
          </p:cNvPr>
          <p:cNvGrpSpPr/>
          <p:nvPr/>
        </p:nvGrpSpPr>
        <p:grpSpPr>
          <a:xfrm>
            <a:off x="3936000" y="2282837"/>
            <a:ext cx="4320000" cy="4320000"/>
            <a:chOff x="2856000" y="183168"/>
            <a:chExt cx="6480000" cy="6485832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86868810-1380-181A-F976-D6EE22AE0719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F0A0F860-6741-7DC7-366A-73D58FA59383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A55BE214-2143-9DBB-3685-874C1393A8F8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6D36A2B9-1042-E6B9-B17F-0D23E83252DC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9B1FC34D-13FE-F21C-A703-86EEB8D2BBAC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C0312F37-747F-9747-3CA8-927C1A53068A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7F388707-20EF-D0D4-80DE-A787B02343BE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29706C26-E195-EA08-2488-227FCD1A2AE2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63515A3D-104A-1E00-BB30-951BA696F940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1BBBED00-EA64-67FE-DBC6-EA095DC54F37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7036B56C-E8D0-69F8-4D1B-B755B5AA1690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8A384C33-EB9E-BEDD-7122-7DC968759F7C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D6B8E93D-8EBC-17BE-0041-6990DE2A23BA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E6B8F67-2E8C-5592-130E-BC0E37BD9F8B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BDD8D72E-1DD9-174C-ED38-4D927243802F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403F40FB-2D3A-F9E9-E42E-7501A825C2E6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A9846445-644B-A5E4-2AAC-FEDEC017542F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2123A8B5-EE82-CB2F-B3D6-20BA567B8137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DB0C12D4-B2A3-9522-3344-BE6AC4359EC7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C54619D4-B65A-CAD4-DAB2-9540262A15D0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9C1844DA-B2BA-6946-D0CB-48A232CBA6F8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B1F6E8C3-86B1-CAF9-7962-35DD33B19623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DAC51F65-3A54-92FF-07F6-46D3E71973E8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25586E95-A933-B001-8B28-8FA2B0173D43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34F907F7-1CB2-067B-560A-9B1CE984F24E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FF5168E4-34A7-5536-7A39-6A13EF71213E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3F05F9BB-6EC4-BABE-92C5-19F5C20E2D75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2DA35E39-B130-27CD-E1B4-471BF7BE2FDE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F7358D0A-EEDF-A203-B799-3ED5B056E309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6D27E8DA-3B14-65D6-2F90-234FE8AEDC9B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758DA172-6B71-6E9B-2280-ADB6F6C5DE7E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3E111E5F-DD9B-AAC5-4EAD-3E30CD924C10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2C0E6521-17EF-83D9-8806-C08277D692F1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286CE3B8-8D66-CE5E-9097-27AFCB0A5CFD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BC64827-2366-7CAA-2339-AC6682523015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0E1A4C6A-9423-8B45-12E8-79DEC06B87DD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53B16FAF-AAA5-5534-81E9-12A531CCC826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C17E5C34-D302-39A8-4AD6-3851020705A3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1706C2A1-23B8-A01E-A0A0-F7DA9E3EB8F6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EFA9016B-2B58-8C05-9421-C3BE76718D6D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9088FFBC-06B6-16E1-8583-7FBBC233734C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FCE85D0D-0EB8-BB75-085B-94F0CDD5EEB6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FFC409D3-B6E0-30D4-AD09-6E6ED376ADD6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hteck 13">
                <a:extLst>
                  <a:ext uri="{FF2B5EF4-FFF2-40B4-BE49-F238E27FC236}">
                    <a16:creationId xmlns:a16="http://schemas.microsoft.com/office/drawing/2014/main" id="{BD3C1EEE-7F4D-938E-3DE1-B3FDCFC80921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3B75DE60-8E5A-6401-7BAC-1C88BB22BA67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87CC9FCE-380C-539C-C136-89B4967E7C0B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AC85A7D1-F443-C635-E98E-57196F54967C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E6F3F312-4B88-D219-AE32-7EBF3F3564B9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D985B27D-EA30-A2E1-66A2-FBACDA3D3E3D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08D1A9B3-18CB-B8B3-933D-51C97C86E51C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76FC813C-9491-416D-0842-447A16B3A201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F7340945-F2F0-F003-FFF6-BF0E63BEB7E2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F1F8ABB8-DC6E-4AEE-6CB3-40F8F1F97ABD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F17531FB-67E6-8F7E-4AA6-DA4CCBF29DA2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D6DFEF24-C738-A758-124C-39A4854227D7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C6DAEFA8-2045-269F-F0C5-C71ACC89C48D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5AB5D222-0B50-2354-0D04-852119D1E0D7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5DB31B53-BA8A-2CE5-0BA4-C4DCDF9EA2CA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FB5BC67B-0F03-7F0F-948C-6FB7B743C3AB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4056F70E-FF94-9E47-7153-D4DBDBAE40DD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ECA94949-7457-7055-6FE6-3824E189C3B8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479F269F-76A6-C0E3-C555-EAD73EABC492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28677284-F69F-FC94-B40E-D18864CBD6AA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9E3E19AC-A3FA-BC64-7A39-9DF69990BBBF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AA291A02-ABF9-1EC9-8056-33321456A1D1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0067F39E-CDFB-8AE9-345E-9AFF689CC35C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0CE75BB7-DCB8-A170-7383-DE08AF14AE71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E0297708-D690-C5A7-4847-BE82BF45BABA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7C80FA83-7EDD-8CE9-6C78-DB7EAA13DBA9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DABB039A-7062-EABE-165E-3BFBF75627AF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06003D34-9692-7C72-B419-4D2CB8D38070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AEA10B22-76AD-EC45-81CC-39D536FC56C6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4C6B565E-002B-D479-78A9-7C4BD0CD884B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FA9FB750-4F48-6AFD-3860-3B631B85FFCC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9A9A8110-3724-06D9-B402-608CA1DE5794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B6FE0B60-2A1C-557A-6D28-449B572A887F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E6F324FB-283D-D98B-991D-639D20407413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hteck 47">
                <a:extLst>
                  <a:ext uri="{FF2B5EF4-FFF2-40B4-BE49-F238E27FC236}">
                    <a16:creationId xmlns:a16="http://schemas.microsoft.com/office/drawing/2014/main" id="{913D8CC8-9BD8-0704-8BEE-934DBBC213AA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94D20B59-E5BD-E02A-99E8-BE1DEC2728C1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hteck 49">
                <a:extLst>
                  <a:ext uri="{FF2B5EF4-FFF2-40B4-BE49-F238E27FC236}">
                    <a16:creationId xmlns:a16="http://schemas.microsoft.com/office/drawing/2014/main" id="{C791D596-57B8-627C-5BDA-9D0719B85DF8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hteck 50">
                <a:extLst>
                  <a:ext uri="{FF2B5EF4-FFF2-40B4-BE49-F238E27FC236}">
                    <a16:creationId xmlns:a16="http://schemas.microsoft.com/office/drawing/2014/main" id="{970BD8E1-843B-4EB2-39F5-DD108C19DB92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2BACC614-E4CF-FA5B-65F2-9EB9EE449CAD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hteck 52">
                <a:extLst>
                  <a:ext uri="{FF2B5EF4-FFF2-40B4-BE49-F238E27FC236}">
                    <a16:creationId xmlns:a16="http://schemas.microsoft.com/office/drawing/2014/main" id="{69E69FFC-9289-855D-3F3F-A944E8204C8E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hteck 53">
                <a:extLst>
                  <a:ext uri="{FF2B5EF4-FFF2-40B4-BE49-F238E27FC236}">
                    <a16:creationId xmlns:a16="http://schemas.microsoft.com/office/drawing/2014/main" id="{72F4528C-721B-ABDC-23FF-1987D982A2CC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292D907D-29AF-73AB-2E7D-65182203C7FA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hteck 55">
                <a:extLst>
                  <a:ext uri="{FF2B5EF4-FFF2-40B4-BE49-F238E27FC236}">
                    <a16:creationId xmlns:a16="http://schemas.microsoft.com/office/drawing/2014/main" id="{2E78A0A4-6389-DF80-39CC-6815E955A5EF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hteck 56">
                <a:extLst>
                  <a:ext uri="{FF2B5EF4-FFF2-40B4-BE49-F238E27FC236}">
                    <a16:creationId xmlns:a16="http://schemas.microsoft.com/office/drawing/2014/main" id="{8309C323-7B0F-B5B6-1725-B1334DE775A0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hteck 57">
                <a:extLst>
                  <a:ext uri="{FF2B5EF4-FFF2-40B4-BE49-F238E27FC236}">
                    <a16:creationId xmlns:a16="http://schemas.microsoft.com/office/drawing/2014/main" id="{330BEAD6-2F39-CD3D-A99F-503EE7716E73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hteck 58">
                <a:extLst>
                  <a:ext uri="{FF2B5EF4-FFF2-40B4-BE49-F238E27FC236}">
                    <a16:creationId xmlns:a16="http://schemas.microsoft.com/office/drawing/2014/main" id="{D902C8D8-13D0-07A6-43B5-7661F3400C7A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4B028D3E-589A-5856-45A0-620D9EA7431F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85ABC4FC-4E65-F005-5B48-1F0AE44966DB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675AC87B-AA3C-073D-685E-070250B021F9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E081357C-3FDE-B9A1-9E8D-25D99CE36854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19EF41FF-C2AA-08F0-8E65-7CF52B3F0F9F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FF322639-793B-97CD-7941-2F9F230988D1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20896529-57EE-6A5E-78D9-FCA3D6002930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61350A6C-A0E4-8D24-E618-690431D429C4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DBD4F243-BE25-C3BB-48CB-AAE927BB194B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317DB000-FAF1-F86D-39B4-123F29113CB0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556356D6-8702-7232-25C6-1D7008BEE049}"/>
              </a:ext>
            </a:extLst>
          </p:cNvPr>
          <p:cNvSpPr txBox="1"/>
          <p:nvPr/>
        </p:nvSpPr>
        <p:spPr>
          <a:xfrm>
            <a:off x="8632371" y="6457890"/>
            <a:ext cx="3559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b="1" dirty="0">
                <a:effectLst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2841968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feld 105">
            <a:extLst>
              <a:ext uri="{FF2B5EF4-FFF2-40B4-BE49-F238E27FC236}">
                <a16:creationId xmlns:a16="http://schemas.microsoft.com/office/drawing/2014/main" id="{B4D38F44-1CA3-F6B0-A593-B902930B3A55}"/>
              </a:ext>
            </a:extLst>
          </p:cNvPr>
          <p:cNvSpPr txBox="1"/>
          <p:nvPr/>
        </p:nvSpPr>
        <p:spPr>
          <a:xfrm>
            <a:off x="8632371" y="6457890"/>
            <a:ext cx="3559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b="1" dirty="0">
                <a:effectLst/>
              </a:rPr>
              <a:t>2025</a:t>
            </a: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9F3EEEA4-DC89-6ADA-9CBF-8EE496777C86}"/>
              </a:ext>
            </a:extLst>
          </p:cNvPr>
          <p:cNvSpPr txBox="1"/>
          <p:nvPr/>
        </p:nvSpPr>
        <p:spPr>
          <a:xfrm>
            <a:off x="-3815" y="5842337"/>
            <a:ext cx="35596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effectLst/>
              </a:rPr>
              <a:t>Jakob Lambert-Hartmann</a:t>
            </a:r>
          </a:p>
          <a:p>
            <a:r>
              <a:rPr lang="de-DE" sz="2000" b="1" dirty="0"/>
              <a:t>Jannis</a:t>
            </a:r>
          </a:p>
          <a:p>
            <a:r>
              <a:rPr lang="de-DE" sz="2000" b="1" dirty="0">
                <a:effectLst/>
              </a:rPr>
              <a:t>Patric Riedel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3B41B09-39B7-AA76-55EC-5CA9CF81D3B8}"/>
              </a:ext>
            </a:extLst>
          </p:cNvPr>
          <p:cNvSpPr txBox="1"/>
          <p:nvPr/>
        </p:nvSpPr>
        <p:spPr>
          <a:xfrm>
            <a:off x="1601833" y="109777"/>
            <a:ext cx="898833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AI4Math – Group 8</a:t>
            </a:r>
          </a:p>
          <a:p>
            <a:pPr algn="ctr"/>
            <a:endParaRPr lang="en-US" sz="3200" dirty="0"/>
          </a:p>
          <a:p>
            <a:pPr algn="ctr"/>
            <a:r>
              <a:rPr lang="en-US" sz="3200" b="1" dirty="0"/>
              <a:t>Exploration of Reward Shaping and Imitation Learning in Chess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6C5DD21-8D3D-1CD3-62F4-4FE645B10350}"/>
              </a:ext>
            </a:extLst>
          </p:cNvPr>
          <p:cNvGrpSpPr/>
          <p:nvPr/>
        </p:nvGrpSpPr>
        <p:grpSpPr>
          <a:xfrm>
            <a:off x="-744000" y="-3411000"/>
            <a:ext cx="13680000" cy="13680000"/>
            <a:chOff x="2856000" y="183168"/>
            <a:chExt cx="6480000" cy="6485832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86868810-1380-181A-F976-D6EE22AE0719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F0A0F860-6741-7DC7-366A-73D58FA59383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A55BE214-2143-9DBB-3685-874C1393A8F8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6D36A2B9-1042-E6B9-B17F-0D23E83252DC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9B1FC34D-13FE-F21C-A703-86EEB8D2BBAC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C0312F37-747F-9747-3CA8-927C1A53068A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7F388707-20EF-D0D4-80DE-A787B02343BE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29706C26-E195-EA08-2488-227FCD1A2AE2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63515A3D-104A-1E00-BB30-951BA696F940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1BBBED00-EA64-67FE-DBC6-EA095DC54F37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7036B56C-E8D0-69F8-4D1B-B755B5AA1690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8A384C33-EB9E-BEDD-7122-7DC968759F7C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D6B8E93D-8EBC-17BE-0041-6990DE2A23BA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E6B8F67-2E8C-5592-130E-BC0E37BD9F8B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BDD8D72E-1DD9-174C-ED38-4D927243802F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403F40FB-2D3A-F9E9-E42E-7501A825C2E6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A9846445-644B-A5E4-2AAC-FEDEC017542F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2123A8B5-EE82-CB2F-B3D6-20BA567B8137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DB0C12D4-B2A3-9522-3344-BE6AC4359EC7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C54619D4-B65A-CAD4-DAB2-9540262A15D0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9C1844DA-B2BA-6946-D0CB-48A232CBA6F8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B1F6E8C3-86B1-CAF9-7962-35DD33B19623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DAC51F65-3A54-92FF-07F6-46D3E71973E8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25586E95-A933-B001-8B28-8FA2B0173D43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34F907F7-1CB2-067B-560A-9B1CE984F24E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FF5168E4-34A7-5536-7A39-6A13EF71213E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3F05F9BB-6EC4-BABE-92C5-19F5C20E2D75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2DA35E39-B130-27CD-E1B4-471BF7BE2FDE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F7358D0A-EEDF-A203-B799-3ED5B056E309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6D27E8DA-3B14-65D6-2F90-234FE8AEDC9B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758DA172-6B71-6E9B-2280-ADB6F6C5DE7E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3E111E5F-DD9B-AAC5-4EAD-3E30CD924C10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2C0E6521-17EF-83D9-8806-C08277D692F1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286CE3B8-8D66-CE5E-9097-27AFCB0A5CFD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BC64827-2366-7CAA-2339-AC6682523015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0E1A4C6A-9423-8B45-12E8-79DEC06B87DD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53B16FAF-AAA5-5534-81E9-12A531CCC826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C17E5C34-D302-39A8-4AD6-3851020705A3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1706C2A1-23B8-A01E-A0A0-F7DA9E3EB8F6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EFA9016B-2B58-8C05-9421-C3BE76718D6D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9088FFBC-06B6-16E1-8583-7FBBC233734C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FCE85D0D-0EB8-BB75-085B-94F0CDD5EEB6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FFC409D3-B6E0-30D4-AD09-6E6ED376ADD6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hteck 13">
                <a:extLst>
                  <a:ext uri="{FF2B5EF4-FFF2-40B4-BE49-F238E27FC236}">
                    <a16:creationId xmlns:a16="http://schemas.microsoft.com/office/drawing/2014/main" id="{BD3C1EEE-7F4D-938E-3DE1-B3FDCFC80921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3B75DE60-8E5A-6401-7BAC-1C88BB22BA67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87CC9FCE-380C-539C-C136-89B4967E7C0B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AC85A7D1-F443-C635-E98E-57196F54967C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E6F3F312-4B88-D219-AE32-7EBF3F3564B9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D985B27D-EA30-A2E1-66A2-FBACDA3D3E3D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08D1A9B3-18CB-B8B3-933D-51C97C86E51C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76FC813C-9491-416D-0842-447A16B3A201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F7340945-F2F0-F003-FFF6-BF0E63BEB7E2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F1F8ABB8-DC6E-4AEE-6CB3-40F8F1F97ABD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F17531FB-67E6-8F7E-4AA6-DA4CCBF29DA2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D6DFEF24-C738-A758-124C-39A4854227D7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C6DAEFA8-2045-269F-F0C5-C71ACC89C48D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5AB5D222-0B50-2354-0D04-852119D1E0D7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5DB31B53-BA8A-2CE5-0BA4-C4DCDF9EA2CA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FB5BC67B-0F03-7F0F-948C-6FB7B743C3AB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4056F70E-FF94-9E47-7153-D4DBDBAE40DD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ECA94949-7457-7055-6FE6-3824E189C3B8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479F269F-76A6-C0E3-C555-EAD73EABC492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28677284-F69F-FC94-B40E-D18864CBD6AA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9E3E19AC-A3FA-BC64-7A39-9DF69990BBBF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AA291A02-ABF9-1EC9-8056-33321456A1D1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0067F39E-CDFB-8AE9-345E-9AFF689CC35C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0CE75BB7-DCB8-A170-7383-DE08AF14AE71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E0297708-D690-C5A7-4847-BE82BF45BABA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7C80FA83-7EDD-8CE9-6C78-DB7EAA13DBA9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DABB039A-7062-EABE-165E-3BFBF75627AF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06003D34-9692-7C72-B419-4D2CB8D38070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AEA10B22-76AD-EC45-81CC-39D536FC56C6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4C6B565E-002B-D479-78A9-7C4BD0CD884B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FA9FB750-4F48-6AFD-3860-3B631B85FFCC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9A9A8110-3724-06D9-B402-608CA1DE5794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B6FE0B60-2A1C-557A-6D28-449B572A887F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E6F324FB-283D-D98B-991D-639D20407413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hteck 47">
                <a:extLst>
                  <a:ext uri="{FF2B5EF4-FFF2-40B4-BE49-F238E27FC236}">
                    <a16:creationId xmlns:a16="http://schemas.microsoft.com/office/drawing/2014/main" id="{913D8CC8-9BD8-0704-8BEE-934DBBC213AA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94D20B59-E5BD-E02A-99E8-BE1DEC2728C1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hteck 49">
                <a:extLst>
                  <a:ext uri="{FF2B5EF4-FFF2-40B4-BE49-F238E27FC236}">
                    <a16:creationId xmlns:a16="http://schemas.microsoft.com/office/drawing/2014/main" id="{C791D596-57B8-627C-5BDA-9D0719B85DF8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hteck 50">
                <a:extLst>
                  <a:ext uri="{FF2B5EF4-FFF2-40B4-BE49-F238E27FC236}">
                    <a16:creationId xmlns:a16="http://schemas.microsoft.com/office/drawing/2014/main" id="{970BD8E1-843B-4EB2-39F5-DD108C19DB92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2BACC614-E4CF-FA5B-65F2-9EB9EE449CAD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hteck 52">
                <a:extLst>
                  <a:ext uri="{FF2B5EF4-FFF2-40B4-BE49-F238E27FC236}">
                    <a16:creationId xmlns:a16="http://schemas.microsoft.com/office/drawing/2014/main" id="{69E69FFC-9289-855D-3F3F-A944E8204C8E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hteck 53">
                <a:extLst>
                  <a:ext uri="{FF2B5EF4-FFF2-40B4-BE49-F238E27FC236}">
                    <a16:creationId xmlns:a16="http://schemas.microsoft.com/office/drawing/2014/main" id="{72F4528C-721B-ABDC-23FF-1987D982A2CC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292D907D-29AF-73AB-2E7D-65182203C7FA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hteck 55">
                <a:extLst>
                  <a:ext uri="{FF2B5EF4-FFF2-40B4-BE49-F238E27FC236}">
                    <a16:creationId xmlns:a16="http://schemas.microsoft.com/office/drawing/2014/main" id="{2E78A0A4-6389-DF80-39CC-6815E955A5EF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hteck 56">
                <a:extLst>
                  <a:ext uri="{FF2B5EF4-FFF2-40B4-BE49-F238E27FC236}">
                    <a16:creationId xmlns:a16="http://schemas.microsoft.com/office/drawing/2014/main" id="{8309C323-7B0F-B5B6-1725-B1334DE775A0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hteck 57">
                <a:extLst>
                  <a:ext uri="{FF2B5EF4-FFF2-40B4-BE49-F238E27FC236}">
                    <a16:creationId xmlns:a16="http://schemas.microsoft.com/office/drawing/2014/main" id="{330BEAD6-2F39-CD3D-A99F-503EE7716E73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hteck 58">
                <a:extLst>
                  <a:ext uri="{FF2B5EF4-FFF2-40B4-BE49-F238E27FC236}">
                    <a16:creationId xmlns:a16="http://schemas.microsoft.com/office/drawing/2014/main" id="{D902C8D8-13D0-07A6-43B5-7661F3400C7A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4B028D3E-589A-5856-45A0-620D9EA7431F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85ABC4FC-4E65-F005-5B48-1F0AE44966DB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675AC87B-AA3C-073D-685E-070250B021F9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E081357C-3FDE-B9A1-9E8D-25D99CE36854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19EF41FF-C2AA-08F0-8E65-7CF52B3F0F9F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FF322639-793B-97CD-7941-2F9F230988D1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20896529-57EE-6A5E-78D9-FCA3D6002930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61350A6C-A0E4-8D24-E618-690431D429C4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DBD4F243-BE25-C3BB-48CB-AAE927BB194B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317DB000-FAF1-F86D-39B4-123F29113CB0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7969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E1B7ABDE-ABA1-285B-C01F-EE41B8C7E861}"/>
              </a:ext>
            </a:extLst>
          </p:cNvPr>
          <p:cNvGrpSpPr/>
          <p:nvPr/>
        </p:nvGrpSpPr>
        <p:grpSpPr>
          <a:xfrm>
            <a:off x="-3180588" y="-3596089"/>
            <a:ext cx="20520000" cy="20520000"/>
            <a:chOff x="2856000" y="183168"/>
            <a:chExt cx="6480000" cy="6485832"/>
          </a:xfrm>
        </p:grpSpPr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4F61DE1E-E211-1194-2BE7-33ECB2B4CF49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176" name="Rechteck 175">
                <a:extLst>
                  <a:ext uri="{FF2B5EF4-FFF2-40B4-BE49-F238E27FC236}">
                    <a16:creationId xmlns:a16="http://schemas.microsoft.com/office/drawing/2014/main" id="{330CA2ED-79CE-ED4A-30F0-B3BE1A339F9E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7" name="Textfeld 176">
                <a:extLst>
                  <a:ext uri="{FF2B5EF4-FFF2-40B4-BE49-F238E27FC236}">
                    <a16:creationId xmlns:a16="http://schemas.microsoft.com/office/drawing/2014/main" id="{DAB14D8C-B1CE-06CB-83AD-E8C09EFAA6AC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78" name="Textfeld 177">
                <a:extLst>
                  <a:ext uri="{FF2B5EF4-FFF2-40B4-BE49-F238E27FC236}">
                    <a16:creationId xmlns:a16="http://schemas.microsoft.com/office/drawing/2014/main" id="{B82C1B0B-0DAD-7E69-68E8-D10438FF2AB3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79" name="Textfeld 178">
                <a:extLst>
                  <a:ext uri="{FF2B5EF4-FFF2-40B4-BE49-F238E27FC236}">
                    <a16:creationId xmlns:a16="http://schemas.microsoft.com/office/drawing/2014/main" id="{7A1F84D8-F579-4279-6E4E-325F309806AD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80" name="Textfeld 179">
                <a:extLst>
                  <a:ext uri="{FF2B5EF4-FFF2-40B4-BE49-F238E27FC236}">
                    <a16:creationId xmlns:a16="http://schemas.microsoft.com/office/drawing/2014/main" id="{A176DF60-BEFC-3C15-35D8-D3DB2FD72FB3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81" name="Textfeld 180">
                <a:extLst>
                  <a:ext uri="{FF2B5EF4-FFF2-40B4-BE49-F238E27FC236}">
                    <a16:creationId xmlns:a16="http://schemas.microsoft.com/office/drawing/2014/main" id="{E7078478-1E35-D941-65D7-5CDC34EC6C2C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82" name="Textfeld 181">
                <a:extLst>
                  <a:ext uri="{FF2B5EF4-FFF2-40B4-BE49-F238E27FC236}">
                    <a16:creationId xmlns:a16="http://schemas.microsoft.com/office/drawing/2014/main" id="{98B9BF43-6DC9-4EBD-5CC7-3DACF189831F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83" name="Textfeld 182">
                <a:extLst>
                  <a:ext uri="{FF2B5EF4-FFF2-40B4-BE49-F238E27FC236}">
                    <a16:creationId xmlns:a16="http://schemas.microsoft.com/office/drawing/2014/main" id="{46D9692F-67C4-0E61-824E-3E42D4D2F0F5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84" name="Textfeld 183">
                <a:extLst>
                  <a:ext uri="{FF2B5EF4-FFF2-40B4-BE49-F238E27FC236}">
                    <a16:creationId xmlns:a16="http://schemas.microsoft.com/office/drawing/2014/main" id="{589CF655-D581-75FD-EE6B-AEF3A647682D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85" name="Textfeld 184">
                <a:extLst>
                  <a:ext uri="{FF2B5EF4-FFF2-40B4-BE49-F238E27FC236}">
                    <a16:creationId xmlns:a16="http://schemas.microsoft.com/office/drawing/2014/main" id="{11E09DF9-A5E0-F7B1-D988-92511D680442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86" name="Textfeld 185">
                <a:extLst>
                  <a:ext uri="{FF2B5EF4-FFF2-40B4-BE49-F238E27FC236}">
                    <a16:creationId xmlns:a16="http://schemas.microsoft.com/office/drawing/2014/main" id="{B0D01149-E13B-66D0-CB32-9BFDB0A7B307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87" name="Textfeld 186">
                <a:extLst>
                  <a:ext uri="{FF2B5EF4-FFF2-40B4-BE49-F238E27FC236}">
                    <a16:creationId xmlns:a16="http://schemas.microsoft.com/office/drawing/2014/main" id="{635717D4-71A0-F9FE-F736-BFEF560C6307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88" name="Textfeld 187">
                <a:extLst>
                  <a:ext uri="{FF2B5EF4-FFF2-40B4-BE49-F238E27FC236}">
                    <a16:creationId xmlns:a16="http://schemas.microsoft.com/office/drawing/2014/main" id="{FE670B7F-BA7F-BE56-8E18-914A89112538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89" name="Textfeld 188">
                <a:extLst>
                  <a:ext uri="{FF2B5EF4-FFF2-40B4-BE49-F238E27FC236}">
                    <a16:creationId xmlns:a16="http://schemas.microsoft.com/office/drawing/2014/main" id="{B1619AE3-0BBB-3AF9-EED7-2DA9A3D61F4F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90" name="Textfeld 189">
                <a:extLst>
                  <a:ext uri="{FF2B5EF4-FFF2-40B4-BE49-F238E27FC236}">
                    <a16:creationId xmlns:a16="http://schemas.microsoft.com/office/drawing/2014/main" id="{3EBB6AF5-D03E-DCEE-92EF-A19B445F14F7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91" name="Textfeld 190">
                <a:extLst>
                  <a:ext uri="{FF2B5EF4-FFF2-40B4-BE49-F238E27FC236}">
                    <a16:creationId xmlns:a16="http://schemas.microsoft.com/office/drawing/2014/main" id="{FD59D062-EA04-6411-9A87-9B9D2457AFF7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92" name="Textfeld 191">
                <a:extLst>
                  <a:ext uri="{FF2B5EF4-FFF2-40B4-BE49-F238E27FC236}">
                    <a16:creationId xmlns:a16="http://schemas.microsoft.com/office/drawing/2014/main" id="{4510A495-2CC7-DC27-090B-7704E2198852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93" name="Textfeld 192">
                <a:extLst>
                  <a:ext uri="{FF2B5EF4-FFF2-40B4-BE49-F238E27FC236}">
                    <a16:creationId xmlns:a16="http://schemas.microsoft.com/office/drawing/2014/main" id="{0BB231A1-5A23-823E-2CA6-1AD83E762C51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194" name="Textfeld 193">
                <a:extLst>
                  <a:ext uri="{FF2B5EF4-FFF2-40B4-BE49-F238E27FC236}">
                    <a16:creationId xmlns:a16="http://schemas.microsoft.com/office/drawing/2014/main" id="{F5F8E6D4-A71E-8567-22F5-B28223C2770A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195" name="Textfeld 194">
                <a:extLst>
                  <a:ext uri="{FF2B5EF4-FFF2-40B4-BE49-F238E27FC236}">
                    <a16:creationId xmlns:a16="http://schemas.microsoft.com/office/drawing/2014/main" id="{CCB0FD8E-E206-FC8C-0AE9-F89DF5D886B2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31D5B899-1E46-6271-12D5-53AE4A91D683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197" name="Textfeld 196">
                <a:extLst>
                  <a:ext uri="{FF2B5EF4-FFF2-40B4-BE49-F238E27FC236}">
                    <a16:creationId xmlns:a16="http://schemas.microsoft.com/office/drawing/2014/main" id="{7A841B12-0D9D-F6B8-66BA-7E5AE2169C14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8271DC0D-11B0-FAA2-3F0F-C83AFCE77067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199" name="Textfeld 198">
                <a:extLst>
                  <a:ext uri="{FF2B5EF4-FFF2-40B4-BE49-F238E27FC236}">
                    <a16:creationId xmlns:a16="http://schemas.microsoft.com/office/drawing/2014/main" id="{F278BF35-7D4B-4BE7-9858-17B16F8705B4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00" name="Textfeld 199">
                <a:extLst>
                  <a:ext uri="{FF2B5EF4-FFF2-40B4-BE49-F238E27FC236}">
                    <a16:creationId xmlns:a16="http://schemas.microsoft.com/office/drawing/2014/main" id="{93FFB80D-2C7A-91AE-BACE-93867188AF05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201" name="Textfeld 200">
                <a:extLst>
                  <a:ext uri="{FF2B5EF4-FFF2-40B4-BE49-F238E27FC236}">
                    <a16:creationId xmlns:a16="http://schemas.microsoft.com/office/drawing/2014/main" id="{297271A6-4EB4-5148-C831-3C4F09881A37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202" name="Textfeld 201">
                <a:extLst>
                  <a:ext uri="{FF2B5EF4-FFF2-40B4-BE49-F238E27FC236}">
                    <a16:creationId xmlns:a16="http://schemas.microsoft.com/office/drawing/2014/main" id="{D5971E3B-05D1-FF18-854D-51FAEAD8A11F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B747A97D-CDF8-9221-398E-79A550EBFCB4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6BC85DC0-F6AF-7D87-5761-4CDC12FDAF8F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05" name="Textfeld 204">
                <a:extLst>
                  <a:ext uri="{FF2B5EF4-FFF2-40B4-BE49-F238E27FC236}">
                    <a16:creationId xmlns:a16="http://schemas.microsoft.com/office/drawing/2014/main" id="{D60CA82B-03D5-1CE2-9A26-10001908F39A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06" name="Textfeld 205">
                <a:extLst>
                  <a:ext uri="{FF2B5EF4-FFF2-40B4-BE49-F238E27FC236}">
                    <a16:creationId xmlns:a16="http://schemas.microsoft.com/office/drawing/2014/main" id="{9B751EF7-2724-91A9-E1B2-2D3BF9A01550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07" name="Textfeld 206">
                <a:extLst>
                  <a:ext uri="{FF2B5EF4-FFF2-40B4-BE49-F238E27FC236}">
                    <a16:creationId xmlns:a16="http://schemas.microsoft.com/office/drawing/2014/main" id="{3A0E5CB8-D21F-D9DC-1E0D-212080CEB211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08" name="Textfeld 207">
                <a:extLst>
                  <a:ext uri="{FF2B5EF4-FFF2-40B4-BE49-F238E27FC236}">
                    <a16:creationId xmlns:a16="http://schemas.microsoft.com/office/drawing/2014/main" id="{BFE4897C-46A7-8BAE-040E-C62655606231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109" name="Gruppieren 108">
              <a:extLst>
                <a:ext uri="{FF2B5EF4-FFF2-40B4-BE49-F238E27FC236}">
                  <a16:creationId xmlns:a16="http://schemas.microsoft.com/office/drawing/2014/main" id="{3FD9D6EA-EC60-2E6F-8DBC-CEEAEDB5DEF4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110" name="Rechteck 109">
                <a:extLst>
                  <a:ext uri="{FF2B5EF4-FFF2-40B4-BE49-F238E27FC236}">
                    <a16:creationId xmlns:a16="http://schemas.microsoft.com/office/drawing/2014/main" id="{0790C8E0-D958-3E63-F8B0-BE8B46347178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hteck 112">
                <a:extLst>
                  <a:ext uri="{FF2B5EF4-FFF2-40B4-BE49-F238E27FC236}">
                    <a16:creationId xmlns:a16="http://schemas.microsoft.com/office/drawing/2014/main" id="{E2F35DD8-46AA-92CF-181E-E78867613EA6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Rechteck 113">
                <a:extLst>
                  <a:ext uri="{FF2B5EF4-FFF2-40B4-BE49-F238E27FC236}">
                    <a16:creationId xmlns:a16="http://schemas.microsoft.com/office/drawing/2014/main" id="{23E860C3-D1C4-077D-FDB2-A498BD8438A1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hteck 114">
                <a:extLst>
                  <a:ext uri="{FF2B5EF4-FFF2-40B4-BE49-F238E27FC236}">
                    <a16:creationId xmlns:a16="http://schemas.microsoft.com/office/drawing/2014/main" id="{0322A1BC-6C68-DEF6-0C09-AB42747A4314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Rechteck 115">
                <a:extLst>
                  <a:ext uri="{FF2B5EF4-FFF2-40B4-BE49-F238E27FC236}">
                    <a16:creationId xmlns:a16="http://schemas.microsoft.com/office/drawing/2014/main" id="{B35E5C05-E2BC-DC63-42E4-779D0A8F1A1A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hteck 116">
                <a:extLst>
                  <a:ext uri="{FF2B5EF4-FFF2-40B4-BE49-F238E27FC236}">
                    <a16:creationId xmlns:a16="http://schemas.microsoft.com/office/drawing/2014/main" id="{FE3B3083-0089-5EAB-ECEB-7D83D2132BEC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hteck 117">
                <a:extLst>
                  <a:ext uri="{FF2B5EF4-FFF2-40B4-BE49-F238E27FC236}">
                    <a16:creationId xmlns:a16="http://schemas.microsoft.com/office/drawing/2014/main" id="{AEB78391-4E1B-7111-E7D1-39B259873F06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hteck 118">
                <a:extLst>
                  <a:ext uri="{FF2B5EF4-FFF2-40B4-BE49-F238E27FC236}">
                    <a16:creationId xmlns:a16="http://schemas.microsoft.com/office/drawing/2014/main" id="{3E9FE5CC-9A30-75F6-8D87-291D6CBCC926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hteck 119">
                <a:extLst>
                  <a:ext uri="{FF2B5EF4-FFF2-40B4-BE49-F238E27FC236}">
                    <a16:creationId xmlns:a16="http://schemas.microsoft.com/office/drawing/2014/main" id="{55516412-AC97-CDBA-1753-B1075804C90A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hteck 120">
                <a:extLst>
                  <a:ext uri="{FF2B5EF4-FFF2-40B4-BE49-F238E27FC236}">
                    <a16:creationId xmlns:a16="http://schemas.microsoft.com/office/drawing/2014/main" id="{2485002D-EDED-A83D-1CB4-D55B5C212390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0A708E66-1536-E71E-D9D4-221F89E53701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hteck 122">
                <a:extLst>
                  <a:ext uri="{FF2B5EF4-FFF2-40B4-BE49-F238E27FC236}">
                    <a16:creationId xmlns:a16="http://schemas.microsoft.com/office/drawing/2014/main" id="{781735CA-CE3B-158E-1E21-1D6E05CA86AA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583C8F0F-4BEA-5A96-B566-2E4A4BA4249C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F44DE49D-CC1B-FC97-5348-7F623FD71AD4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hteck 125">
                <a:extLst>
                  <a:ext uri="{FF2B5EF4-FFF2-40B4-BE49-F238E27FC236}">
                    <a16:creationId xmlns:a16="http://schemas.microsoft.com/office/drawing/2014/main" id="{C0D05CD5-A50D-9B41-A3EC-B6FFCAA0BC35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D7BC4DF6-6675-2D34-1773-480C9BCBFCA2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hteck 127">
                <a:extLst>
                  <a:ext uri="{FF2B5EF4-FFF2-40B4-BE49-F238E27FC236}">
                    <a16:creationId xmlns:a16="http://schemas.microsoft.com/office/drawing/2014/main" id="{1A95544C-F2E6-D257-8517-9AE1CFA2237F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hteck 128">
                <a:extLst>
                  <a:ext uri="{FF2B5EF4-FFF2-40B4-BE49-F238E27FC236}">
                    <a16:creationId xmlns:a16="http://schemas.microsoft.com/office/drawing/2014/main" id="{815EEEB5-B5D9-EA1F-6D6C-77A670BE9672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hteck 129">
                <a:extLst>
                  <a:ext uri="{FF2B5EF4-FFF2-40B4-BE49-F238E27FC236}">
                    <a16:creationId xmlns:a16="http://schemas.microsoft.com/office/drawing/2014/main" id="{2824B4B1-2168-55AC-E5A3-30CA8F908B91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hteck 130">
                <a:extLst>
                  <a:ext uri="{FF2B5EF4-FFF2-40B4-BE49-F238E27FC236}">
                    <a16:creationId xmlns:a16="http://schemas.microsoft.com/office/drawing/2014/main" id="{D88B9354-24F6-89AC-50AD-6E37F705C391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12BAA9C0-FBCB-41FE-3314-A4F6CF22EBA7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69D73EFF-8759-3F0A-D5D8-FFAFF7F253B4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5C179C7A-D7FE-091E-1CB9-44C972BEED70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hteck 134">
                <a:extLst>
                  <a:ext uri="{FF2B5EF4-FFF2-40B4-BE49-F238E27FC236}">
                    <a16:creationId xmlns:a16="http://schemas.microsoft.com/office/drawing/2014/main" id="{2E43CEE2-C388-B802-274B-100FB0B586FD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hteck 135">
                <a:extLst>
                  <a:ext uri="{FF2B5EF4-FFF2-40B4-BE49-F238E27FC236}">
                    <a16:creationId xmlns:a16="http://schemas.microsoft.com/office/drawing/2014/main" id="{12F6528D-0348-5A43-B299-DFA13F3799D3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hteck 136">
                <a:extLst>
                  <a:ext uri="{FF2B5EF4-FFF2-40B4-BE49-F238E27FC236}">
                    <a16:creationId xmlns:a16="http://schemas.microsoft.com/office/drawing/2014/main" id="{451EA129-6162-BA92-3505-8412DC643C37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hteck 137">
                <a:extLst>
                  <a:ext uri="{FF2B5EF4-FFF2-40B4-BE49-F238E27FC236}">
                    <a16:creationId xmlns:a16="http://schemas.microsoft.com/office/drawing/2014/main" id="{1285C8DC-8AA0-6872-F027-31C0EA9F8886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hteck 138">
                <a:extLst>
                  <a:ext uri="{FF2B5EF4-FFF2-40B4-BE49-F238E27FC236}">
                    <a16:creationId xmlns:a16="http://schemas.microsoft.com/office/drawing/2014/main" id="{33A8AAD0-7038-FF98-97B2-3353E12BFD5F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hteck 139">
                <a:extLst>
                  <a:ext uri="{FF2B5EF4-FFF2-40B4-BE49-F238E27FC236}">
                    <a16:creationId xmlns:a16="http://schemas.microsoft.com/office/drawing/2014/main" id="{BDAAEE9D-E34A-72DD-62BF-595EBD054A6A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hteck 140">
                <a:extLst>
                  <a:ext uri="{FF2B5EF4-FFF2-40B4-BE49-F238E27FC236}">
                    <a16:creationId xmlns:a16="http://schemas.microsoft.com/office/drawing/2014/main" id="{C3B7EA6D-5E86-7A08-8FCA-FD0AC4235D17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hteck 141">
                <a:extLst>
                  <a:ext uri="{FF2B5EF4-FFF2-40B4-BE49-F238E27FC236}">
                    <a16:creationId xmlns:a16="http://schemas.microsoft.com/office/drawing/2014/main" id="{2B920091-AA0A-8BA0-8EA1-B1E0B1B3BC0D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hteck 142">
                <a:extLst>
                  <a:ext uri="{FF2B5EF4-FFF2-40B4-BE49-F238E27FC236}">
                    <a16:creationId xmlns:a16="http://schemas.microsoft.com/office/drawing/2014/main" id="{A35503AE-16F7-6FA6-409B-182541E6EEA1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hteck 143">
                <a:extLst>
                  <a:ext uri="{FF2B5EF4-FFF2-40B4-BE49-F238E27FC236}">
                    <a16:creationId xmlns:a16="http://schemas.microsoft.com/office/drawing/2014/main" id="{70F614BD-BF2A-F182-FE05-A0EDB93B418E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BBB646DE-8004-4534-71CD-53C13A666C79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hteck 145">
                <a:extLst>
                  <a:ext uri="{FF2B5EF4-FFF2-40B4-BE49-F238E27FC236}">
                    <a16:creationId xmlns:a16="http://schemas.microsoft.com/office/drawing/2014/main" id="{7E737025-5A0C-AB28-7C87-F2E110091F8D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hteck 146">
                <a:extLst>
                  <a:ext uri="{FF2B5EF4-FFF2-40B4-BE49-F238E27FC236}">
                    <a16:creationId xmlns:a16="http://schemas.microsoft.com/office/drawing/2014/main" id="{33707FDA-F2A7-87C6-3259-D3782395DB5A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hteck 147">
                <a:extLst>
                  <a:ext uri="{FF2B5EF4-FFF2-40B4-BE49-F238E27FC236}">
                    <a16:creationId xmlns:a16="http://schemas.microsoft.com/office/drawing/2014/main" id="{8517A1BC-5C8D-D699-5AF0-6CEEBE262B78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hteck 148">
                <a:extLst>
                  <a:ext uri="{FF2B5EF4-FFF2-40B4-BE49-F238E27FC236}">
                    <a16:creationId xmlns:a16="http://schemas.microsoft.com/office/drawing/2014/main" id="{59D2CDE6-564F-19CD-B8B4-DC5FA1332FF8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hteck 149">
                <a:extLst>
                  <a:ext uri="{FF2B5EF4-FFF2-40B4-BE49-F238E27FC236}">
                    <a16:creationId xmlns:a16="http://schemas.microsoft.com/office/drawing/2014/main" id="{D021CE11-F721-9E9D-A066-A381B2AF0BE2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hteck 150">
                <a:extLst>
                  <a:ext uri="{FF2B5EF4-FFF2-40B4-BE49-F238E27FC236}">
                    <a16:creationId xmlns:a16="http://schemas.microsoft.com/office/drawing/2014/main" id="{C11D0E7C-F942-B722-87E9-70A304DBC48C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hteck 151">
                <a:extLst>
                  <a:ext uri="{FF2B5EF4-FFF2-40B4-BE49-F238E27FC236}">
                    <a16:creationId xmlns:a16="http://schemas.microsoft.com/office/drawing/2014/main" id="{FFCA327E-EAC4-1278-8DC7-9787EE7D4715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hteck 152">
                <a:extLst>
                  <a:ext uri="{FF2B5EF4-FFF2-40B4-BE49-F238E27FC236}">
                    <a16:creationId xmlns:a16="http://schemas.microsoft.com/office/drawing/2014/main" id="{86C83907-6DBA-D300-A4EB-A2678C37B6CA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hteck 153">
                <a:extLst>
                  <a:ext uri="{FF2B5EF4-FFF2-40B4-BE49-F238E27FC236}">
                    <a16:creationId xmlns:a16="http://schemas.microsoft.com/office/drawing/2014/main" id="{C1D67248-AB9A-1FE1-B7AD-D3D258FC6BD4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hteck 154">
                <a:extLst>
                  <a:ext uri="{FF2B5EF4-FFF2-40B4-BE49-F238E27FC236}">
                    <a16:creationId xmlns:a16="http://schemas.microsoft.com/office/drawing/2014/main" id="{5E7C1472-0BEB-F363-3532-8451EA12E662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hteck 155">
                <a:extLst>
                  <a:ext uri="{FF2B5EF4-FFF2-40B4-BE49-F238E27FC236}">
                    <a16:creationId xmlns:a16="http://schemas.microsoft.com/office/drawing/2014/main" id="{BB50CF12-C7B6-CBD5-28DE-DEC3387BF486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hteck 156">
                <a:extLst>
                  <a:ext uri="{FF2B5EF4-FFF2-40B4-BE49-F238E27FC236}">
                    <a16:creationId xmlns:a16="http://schemas.microsoft.com/office/drawing/2014/main" id="{C12934A9-E7A7-D39E-D514-7927B2CDE703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hteck 157">
                <a:extLst>
                  <a:ext uri="{FF2B5EF4-FFF2-40B4-BE49-F238E27FC236}">
                    <a16:creationId xmlns:a16="http://schemas.microsoft.com/office/drawing/2014/main" id="{BFAF3542-4817-20B3-6F87-A17B5D3215C6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hteck 158">
                <a:extLst>
                  <a:ext uri="{FF2B5EF4-FFF2-40B4-BE49-F238E27FC236}">
                    <a16:creationId xmlns:a16="http://schemas.microsoft.com/office/drawing/2014/main" id="{32C7C107-411E-DACF-8056-62012B2274DD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hteck 159">
                <a:extLst>
                  <a:ext uri="{FF2B5EF4-FFF2-40B4-BE49-F238E27FC236}">
                    <a16:creationId xmlns:a16="http://schemas.microsoft.com/office/drawing/2014/main" id="{76DBEC86-10F4-51DE-2441-6816A00C615F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hteck 160">
                <a:extLst>
                  <a:ext uri="{FF2B5EF4-FFF2-40B4-BE49-F238E27FC236}">
                    <a16:creationId xmlns:a16="http://schemas.microsoft.com/office/drawing/2014/main" id="{B71D0F18-6AD4-0409-1E53-D12BC3CFB385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hteck 161">
                <a:extLst>
                  <a:ext uri="{FF2B5EF4-FFF2-40B4-BE49-F238E27FC236}">
                    <a16:creationId xmlns:a16="http://schemas.microsoft.com/office/drawing/2014/main" id="{908BE4D4-F89A-7D31-69FE-5CF79F478D4A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hteck 162">
                <a:extLst>
                  <a:ext uri="{FF2B5EF4-FFF2-40B4-BE49-F238E27FC236}">
                    <a16:creationId xmlns:a16="http://schemas.microsoft.com/office/drawing/2014/main" id="{BAE8FEDB-3648-1140-B80B-95A67AAEA2EE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hteck 163">
                <a:extLst>
                  <a:ext uri="{FF2B5EF4-FFF2-40B4-BE49-F238E27FC236}">
                    <a16:creationId xmlns:a16="http://schemas.microsoft.com/office/drawing/2014/main" id="{DBF05F29-7C94-4343-C3A4-BA2E889C0D8F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hteck 164">
                <a:extLst>
                  <a:ext uri="{FF2B5EF4-FFF2-40B4-BE49-F238E27FC236}">
                    <a16:creationId xmlns:a16="http://schemas.microsoft.com/office/drawing/2014/main" id="{E331379B-BABB-C989-9B82-01737B3F53BF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hteck 165">
                <a:extLst>
                  <a:ext uri="{FF2B5EF4-FFF2-40B4-BE49-F238E27FC236}">
                    <a16:creationId xmlns:a16="http://schemas.microsoft.com/office/drawing/2014/main" id="{C6999887-5326-52D1-A6EC-F6D881D0C5AD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hteck 166">
                <a:extLst>
                  <a:ext uri="{FF2B5EF4-FFF2-40B4-BE49-F238E27FC236}">
                    <a16:creationId xmlns:a16="http://schemas.microsoft.com/office/drawing/2014/main" id="{DD767F3E-A1F2-5F45-BD5C-B2D6EA431991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hteck 167">
                <a:extLst>
                  <a:ext uri="{FF2B5EF4-FFF2-40B4-BE49-F238E27FC236}">
                    <a16:creationId xmlns:a16="http://schemas.microsoft.com/office/drawing/2014/main" id="{F7F08AAA-A3B9-C46A-7E7F-070A8FE400CD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hteck 168">
                <a:extLst>
                  <a:ext uri="{FF2B5EF4-FFF2-40B4-BE49-F238E27FC236}">
                    <a16:creationId xmlns:a16="http://schemas.microsoft.com/office/drawing/2014/main" id="{71D86830-62F8-93D0-4FEE-5D3DC5877A16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hteck 169">
                <a:extLst>
                  <a:ext uri="{FF2B5EF4-FFF2-40B4-BE49-F238E27FC236}">
                    <a16:creationId xmlns:a16="http://schemas.microsoft.com/office/drawing/2014/main" id="{1BC02B0D-35C3-DDD3-65B0-2BA6D102FF4C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hteck 170">
                <a:extLst>
                  <a:ext uri="{FF2B5EF4-FFF2-40B4-BE49-F238E27FC236}">
                    <a16:creationId xmlns:a16="http://schemas.microsoft.com/office/drawing/2014/main" id="{7733CD76-0484-3892-2834-EBE59674BE15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hteck 171">
                <a:extLst>
                  <a:ext uri="{FF2B5EF4-FFF2-40B4-BE49-F238E27FC236}">
                    <a16:creationId xmlns:a16="http://schemas.microsoft.com/office/drawing/2014/main" id="{C2EC6D65-4313-0870-A26E-3E2C559B3779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hteck 172">
                <a:extLst>
                  <a:ext uri="{FF2B5EF4-FFF2-40B4-BE49-F238E27FC236}">
                    <a16:creationId xmlns:a16="http://schemas.microsoft.com/office/drawing/2014/main" id="{099D8DA1-E637-D145-F217-3D3876A20CA4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hteck 173">
                <a:extLst>
                  <a:ext uri="{FF2B5EF4-FFF2-40B4-BE49-F238E27FC236}">
                    <a16:creationId xmlns:a16="http://schemas.microsoft.com/office/drawing/2014/main" id="{CB3C0906-FE40-38FB-3FC5-947EF52F2108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hteck 174">
                <a:extLst>
                  <a:ext uri="{FF2B5EF4-FFF2-40B4-BE49-F238E27FC236}">
                    <a16:creationId xmlns:a16="http://schemas.microsoft.com/office/drawing/2014/main" id="{0283363F-D15E-090C-4C44-CA365A279B92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09" name="Textfeld 208">
            <a:extLst>
              <a:ext uri="{FF2B5EF4-FFF2-40B4-BE49-F238E27FC236}">
                <a16:creationId xmlns:a16="http://schemas.microsoft.com/office/drawing/2014/main" id="{DB46AFF5-4E61-00FE-1EE9-13A8DAA839DC}"/>
              </a:ext>
            </a:extLst>
          </p:cNvPr>
          <p:cNvSpPr txBox="1"/>
          <p:nvPr/>
        </p:nvSpPr>
        <p:spPr>
          <a:xfrm>
            <a:off x="233973" y="2117235"/>
            <a:ext cx="2280000" cy="227794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grpSp>
        <p:nvGrpSpPr>
          <p:cNvPr id="217" name="Gruppieren 216">
            <a:extLst>
              <a:ext uri="{FF2B5EF4-FFF2-40B4-BE49-F238E27FC236}">
                <a16:creationId xmlns:a16="http://schemas.microsoft.com/office/drawing/2014/main" id="{FA045D96-7360-B101-C84A-35A938FD8859}"/>
              </a:ext>
            </a:extLst>
          </p:cNvPr>
          <p:cNvGrpSpPr/>
          <p:nvPr/>
        </p:nvGrpSpPr>
        <p:grpSpPr>
          <a:xfrm>
            <a:off x="2660255" y="248628"/>
            <a:ext cx="9360000" cy="6120000"/>
            <a:chOff x="2660255" y="248628"/>
            <a:chExt cx="9360000" cy="6120000"/>
          </a:xfrm>
        </p:grpSpPr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885805EF-14A1-C20C-F608-9A7982BB4600}"/>
                </a:ext>
              </a:extLst>
            </p:cNvPr>
            <p:cNvGrpSpPr/>
            <p:nvPr/>
          </p:nvGrpSpPr>
          <p:grpSpPr>
            <a:xfrm>
              <a:off x="2660255" y="248628"/>
              <a:ext cx="9360000" cy="6120000"/>
              <a:chOff x="5276538" y="569626"/>
              <a:chExt cx="6535711" cy="5960379"/>
            </a:xfrm>
          </p:grpSpPr>
          <p:sp>
            <p:nvSpPr>
              <p:cNvPr id="104" name="Abgerundetes Rechteck 103">
                <a:extLst>
                  <a:ext uri="{FF2B5EF4-FFF2-40B4-BE49-F238E27FC236}">
                    <a16:creationId xmlns:a16="http://schemas.microsoft.com/office/drawing/2014/main" id="{ABE31D8D-DA06-F918-DBA7-360DF1806068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CAFC9AA8-6A61-6C56-8380-90827FB6EE67}"/>
                  </a:ext>
                </a:extLst>
              </p:cNvPr>
              <p:cNvSpPr txBox="1"/>
              <p:nvPr/>
            </p:nvSpPr>
            <p:spPr>
              <a:xfrm>
                <a:off x="6645234" y="745736"/>
                <a:ext cx="39264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Reinforcement Learning</a:t>
                </a:r>
              </a:p>
            </p:txBody>
          </p:sp>
        </p:grpSp>
        <p:pic>
          <p:nvPicPr>
            <p:cNvPr id="216" name="Grafik 215">
              <a:extLst>
                <a:ext uri="{FF2B5EF4-FFF2-40B4-BE49-F238E27FC236}">
                  <a16:creationId xmlns:a16="http://schemas.microsoft.com/office/drawing/2014/main" id="{A6BAFA6B-31AA-41D4-B3F4-916FB59E6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90627" y="1540403"/>
              <a:ext cx="6090294" cy="37771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15642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55EB205D-CE26-C753-F0A8-95AD2197E7DB}"/>
              </a:ext>
            </a:extLst>
          </p:cNvPr>
          <p:cNvGrpSpPr/>
          <p:nvPr/>
        </p:nvGrpSpPr>
        <p:grpSpPr>
          <a:xfrm>
            <a:off x="-3180588" y="-3596089"/>
            <a:ext cx="20520000" cy="20520000"/>
            <a:chOff x="2856000" y="183168"/>
            <a:chExt cx="6480000" cy="6485832"/>
          </a:xfrm>
        </p:grpSpPr>
        <p:grpSp>
          <p:nvGrpSpPr>
            <p:cNvPr id="109" name="Gruppieren 108">
              <a:extLst>
                <a:ext uri="{FF2B5EF4-FFF2-40B4-BE49-F238E27FC236}">
                  <a16:creationId xmlns:a16="http://schemas.microsoft.com/office/drawing/2014/main" id="{B573B2A0-A244-E6D1-146C-8867AA3AF232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181" name="Rechteck 180">
                <a:extLst>
                  <a:ext uri="{FF2B5EF4-FFF2-40B4-BE49-F238E27FC236}">
                    <a16:creationId xmlns:a16="http://schemas.microsoft.com/office/drawing/2014/main" id="{317A8ACD-8987-CE60-49E0-055EB7879786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2" name="Textfeld 181">
                <a:extLst>
                  <a:ext uri="{FF2B5EF4-FFF2-40B4-BE49-F238E27FC236}">
                    <a16:creationId xmlns:a16="http://schemas.microsoft.com/office/drawing/2014/main" id="{2908076E-2CAD-5562-4198-33865760D1D0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83" name="Textfeld 182">
                <a:extLst>
                  <a:ext uri="{FF2B5EF4-FFF2-40B4-BE49-F238E27FC236}">
                    <a16:creationId xmlns:a16="http://schemas.microsoft.com/office/drawing/2014/main" id="{52D0F18D-43A3-D142-839B-62532B4CDD0E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84" name="Textfeld 183">
                <a:extLst>
                  <a:ext uri="{FF2B5EF4-FFF2-40B4-BE49-F238E27FC236}">
                    <a16:creationId xmlns:a16="http://schemas.microsoft.com/office/drawing/2014/main" id="{2C734D20-8843-9DA2-02DC-EF394B6B35EA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85" name="Textfeld 184">
                <a:extLst>
                  <a:ext uri="{FF2B5EF4-FFF2-40B4-BE49-F238E27FC236}">
                    <a16:creationId xmlns:a16="http://schemas.microsoft.com/office/drawing/2014/main" id="{B9BD63BE-688D-5BA1-BE47-A3D5C8F4373A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86" name="Textfeld 185">
                <a:extLst>
                  <a:ext uri="{FF2B5EF4-FFF2-40B4-BE49-F238E27FC236}">
                    <a16:creationId xmlns:a16="http://schemas.microsoft.com/office/drawing/2014/main" id="{A66F67DF-5550-B414-BA45-5C8CDDB2F4DB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87" name="Textfeld 186">
                <a:extLst>
                  <a:ext uri="{FF2B5EF4-FFF2-40B4-BE49-F238E27FC236}">
                    <a16:creationId xmlns:a16="http://schemas.microsoft.com/office/drawing/2014/main" id="{68E97481-D428-0171-361A-64FDF03E7A30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88" name="Textfeld 187">
                <a:extLst>
                  <a:ext uri="{FF2B5EF4-FFF2-40B4-BE49-F238E27FC236}">
                    <a16:creationId xmlns:a16="http://schemas.microsoft.com/office/drawing/2014/main" id="{AE4912E6-42A6-D9D6-CF93-BD44BE1032A7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89" name="Textfeld 188">
                <a:extLst>
                  <a:ext uri="{FF2B5EF4-FFF2-40B4-BE49-F238E27FC236}">
                    <a16:creationId xmlns:a16="http://schemas.microsoft.com/office/drawing/2014/main" id="{50A7429C-C551-8A7D-07E9-431501427337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90" name="Textfeld 189">
                <a:extLst>
                  <a:ext uri="{FF2B5EF4-FFF2-40B4-BE49-F238E27FC236}">
                    <a16:creationId xmlns:a16="http://schemas.microsoft.com/office/drawing/2014/main" id="{409B9BC9-1803-0FDD-44F5-F3D1F4A656DE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91" name="Textfeld 190">
                <a:extLst>
                  <a:ext uri="{FF2B5EF4-FFF2-40B4-BE49-F238E27FC236}">
                    <a16:creationId xmlns:a16="http://schemas.microsoft.com/office/drawing/2014/main" id="{FF53A47A-DB5E-D9CC-C0FA-31EE5665D1B4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92" name="Textfeld 191">
                <a:extLst>
                  <a:ext uri="{FF2B5EF4-FFF2-40B4-BE49-F238E27FC236}">
                    <a16:creationId xmlns:a16="http://schemas.microsoft.com/office/drawing/2014/main" id="{C219DE15-D7D1-2278-7354-23A53F4A5F13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93" name="Textfeld 192">
                <a:extLst>
                  <a:ext uri="{FF2B5EF4-FFF2-40B4-BE49-F238E27FC236}">
                    <a16:creationId xmlns:a16="http://schemas.microsoft.com/office/drawing/2014/main" id="{EC9DD076-07EF-47F5-D3CB-2BC25E8D45F8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94" name="Textfeld 193">
                <a:extLst>
                  <a:ext uri="{FF2B5EF4-FFF2-40B4-BE49-F238E27FC236}">
                    <a16:creationId xmlns:a16="http://schemas.microsoft.com/office/drawing/2014/main" id="{94652132-50BB-994A-69A0-2F81F1ED6D54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95" name="Textfeld 194">
                <a:extLst>
                  <a:ext uri="{FF2B5EF4-FFF2-40B4-BE49-F238E27FC236}">
                    <a16:creationId xmlns:a16="http://schemas.microsoft.com/office/drawing/2014/main" id="{62E50037-CFE1-948C-5019-D96B2350D16F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938FB6D2-37A8-B68F-80EA-460B3989B4D7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97" name="Textfeld 196">
                <a:extLst>
                  <a:ext uri="{FF2B5EF4-FFF2-40B4-BE49-F238E27FC236}">
                    <a16:creationId xmlns:a16="http://schemas.microsoft.com/office/drawing/2014/main" id="{BDDA7B4B-4733-1ACC-2330-B0E78A6B44F9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498198D1-771A-5885-CB3C-E8FB406962CE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199" name="Textfeld 198">
                <a:extLst>
                  <a:ext uri="{FF2B5EF4-FFF2-40B4-BE49-F238E27FC236}">
                    <a16:creationId xmlns:a16="http://schemas.microsoft.com/office/drawing/2014/main" id="{93AF63AF-4E9A-BEAD-698D-200E81CB5A19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00" name="Textfeld 199">
                <a:extLst>
                  <a:ext uri="{FF2B5EF4-FFF2-40B4-BE49-F238E27FC236}">
                    <a16:creationId xmlns:a16="http://schemas.microsoft.com/office/drawing/2014/main" id="{59A49BD6-E50D-D6CE-4D49-18B1537C1B62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01" name="Textfeld 200">
                <a:extLst>
                  <a:ext uri="{FF2B5EF4-FFF2-40B4-BE49-F238E27FC236}">
                    <a16:creationId xmlns:a16="http://schemas.microsoft.com/office/drawing/2014/main" id="{1CE3C3CE-7A74-2804-BC92-4BC70872A0DB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02" name="Textfeld 201">
                <a:extLst>
                  <a:ext uri="{FF2B5EF4-FFF2-40B4-BE49-F238E27FC236}">
                    <a16:creationId xmlns:a16="http://schemas.microsoft.com/office/drawing/2014/main" id="{6BDBB7CE-C713-10CC-03C9-B278A323866A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720B8E74-F44F-202E-CB08-61490FB5F289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33AAFB2A-044C-6BAA-9AED-8593B030CB15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05" name="Textfeld 204">
                <a:extLst>
                  <a:ext uri="{FF2B5EF4-FFF2-40B4-BE49-F238E27FC236}">
                    <a16:creationId xmlns:a16="http://schemas.microsoft.com/office/drawing/2014/main" id="{77D1756B-358E-C5D8-5526-CE9CBC40AA06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206" name="Textfeld 205">
                <a:extLst>
                  <a:ext uri="{FF2B5EF4-FFF2-40B4-BE49-F238E27FC236}">
                    <a16:creationId xmlns:a16="http://schemas.microsoft.com/office/drawing/2014/main" id="{4F6DCE79-0E26-A312-8354-A20C4A146FD2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207" name="Textfeld 206">
                <a:extLst>
                  <a:ext uri="{FF2B5EF4-FFF2-40B4-BE49-F238E27FC236}">
                    <a16:creationId xmlns:a16="http://schemas.microsoft.com/office/drawing/2014/main" id="{AD0CDE7C-BD03-938D-8B05-689339D6C6DD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08" name="Textfeld 207">
                <a:extLst>
                  <a:ext uri="{FF2B5EF4-FFF2-40B4-BE49-F238E27FC236}">
                    <a16:creationId xmlns:a16="http://schemas.microsoft.com/office/drawing/2014/main" id="{5C911B27-77C0-FABF-4453-54F38FE221FB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09" name="Textfeld 208">
                <a:extLst>
                  <a:ext uri="{FF2B5EF4-FFF2-40B4-BE49-F238E27FC236}">
                    <a16:creationId xmlns:a16="http://schemas.microsoft.com/office/drawing/2014/main" id="{4B458A99-5435-96D5-8615-68EB17FF10AE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10" name="Textfeld 209">
                <a:extLst>
                  <a:ext uri="{FF2B5EF4-FFF2-40B4-BE49-F238E27FC236}">
                    <a16:creationId xmlns:a16="http://schemas.microsoft.com/office/drawing/2014/main" id="{E69E6C4D-4108-D183-F7CA-E6BB54474BC9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11" name="Textfeld 210">
                <a:extLst>
                  <a:ext uri="{FF2B5EF4-FFF2-40B4-BE49-F238E27FC236}">
                    <a16:creationId xmlns:a16="http://schemas.microsoft.com/office/drawing/2014/main" id="{FEED72E4-D267-297F-68BE-F8702747C512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12" name="Textfeld 211">
                <a:extLst>
                  <a:ext uri="{FF2B5EF4-FFF2-40B4-BE49-F238E27FC236}">
                    <a16:creationId xmlns:a16="http://schemas.microsoft.com/office/drawing/2014/main" id="{31D6E246-C861-AD9C-0CDC-25EEFC434645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13" name="Textfeld 212">
                <a:extLst>
                  <a:ext uri="{FF2B5EF4-FFF2-40B4-BE49-F238E27FC236}">
                    <a16:creationId xmlns:a16="http://schemas.microsoft.com/office/drawing/2014/main" id="{5C5355E1-414D-7700-40C4-03E4EFB95D6E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114" name="Gruppieren 113">
              <a:extLst>
                <a:ext uri="{FF2B5EF4-FFF2-40B4-BE49-F238E27FC236}">
                  <a16:creationId xmlns:a16="http://schemas.microsoft.com/office/drawing/2014/main" id="{9D0C9113-79AD-9322-5186-91192EB6EED7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117" name="Rechteck 116">
                <a:extLst>
                  <a:ext uri="{FF2B5EF4-FFF2-40B4-BE49-F238E27FC236}">
                    <a16:creationId xmlns:a16="http://schemas.microsoft.com/office/drawing/2014/main" id="{429257A6-6845-EA53-9C93-662CE07F19D8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hteck 117">
                <a:extLst>
                  <a:ext uri="{FF2B5EF4-FFF2-40B4-BE49-F238E27FC236}">
                    <a16:creationId xmlns:a16="http://schemas.microsoft.com/office/drawing/2014/main" id="{CC44EDC9-8895-D9DC-9402-4C6E9C4CCA07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hteck 118">
                <a:extLst>
                  <a:ext uri="{FF2B5EF4-FFF2-40B4-BE49-F238E27FC236}">
                    <a16:creationId xmlns:a16="http://schemas.microsoft.com/office/drawing/2014/main" id="{9493D0B9-3336-2027-9295-C58D84090E18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hteck 119">
                <a:extLst>
                  <a:ext uri="{FF2B5EF4-FFF2-40B4-BE49-F238E27FC236}">
                    <a16:creationId xmlns:a16="http://schemas.microsoft.com/office/drawing/2014/main" id="{AF4C7059-09F3-53B5-3919-AA83D182A92D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hteck 120">
                <a:extLst>
                  <a:ext uri="{FF2B5EF4-FFF2-40B4-BE49-F238E27FC236}">
                    <a16:creationId xmlns:a16="http://schemas.microsoft.com/office/drawing/2014/main" id="{1AE1A7D5-254C-9FB7-44FF-838D66BD50CB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EE25671A-EEA8-4F64-794B-576B1D663576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hteck 122">
                <a:extLst>
                  <a:ext uri="{FF2B5EF4-FFF2-40B4-BE49-F238E27FC236}">
                    <a16:creationId xmlns:a16="http://schemas.microsoft.com/office/drawing/2014/main" id="{95486B63-86A8-971D-97BC-F47AEE75DE11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926C8573-364F-9750-A062-DD7E797003DC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57EF3CD2-10EE-E548-D64C-ED700DC9A16C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hteck 125">
                <a:extLst>
                  <a:ext uri="{FF2B5EF4-FFF2-40B4-BE49-F238E27FC236}">
                    <a16:creationId xmlns:a16="http://schemas.microsoft.com/office/drawing/2014/main" id="{BC1C51B2-4ED7-E78B-019B-C8C5D5BC9F53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D5E2BA29-BAEA-70DF-5098-6DC6C282C510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hteck 127">
                <a:extLst>
                  <a:ext uri="{FF2B5EF4-FFF2-40B4-BE49-F238E27FC236}">
                    <a16:creationId xmlns:a16="http://schemas.microsoft.com/office/drawing/2014/main" id="{9ECB3931-CDAC-394F-8BDB-7CA9576CA3C6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hteck 128">
                <a:extLst>
                  <a:ext uri="{FF2B5EF4-FFF2-40B4-BE49-F238E27FC236}">
                    <a16:creationId xmlns:a16="http://schemas.microsoft.com/office/drawing/2014/main" id="{956FBF7E-F006-9B62-4D24-65F5C87793E7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hteck 129">
                <a:extLst>
                  <a:ext uri="{FF2B5EF4-FFF2-40B4-BE49-F238E27FC236}">
                    <a16:creationId xmlns:a16="http://schemas.microsoft.com/office/drawing/2014/main" id="{99858563-8480-58E6-A9CA-8EC06B075709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hteck 130">
                <a:extLst>
                  <a:ext uri="{FF2B5EF4-FFF2-40B4-BE49-F238E27FC236}">
                    <a16:creationId xmlns:a16="http://schemas.microsoft.com/office/drawing/2014/main" id="{5F4749EF-27F9-3551-5C1D-2B26717296F5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8635E929-4CD0-68AD-6134-D37D980BF31A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A4707E76-4293-4B3C-0129-E29E99C48332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8AEEF1DE-B3BC-20AE-25E8-37A440455CEB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hteck 134">
                <a:extLst>
                  <a:ext uri="{FF2B5EF4-FFF2-40B4-BE49-F238E27FC236}">
                    <a16:creationId xmlns:a16="http://schemas.microsoft.com/office/drawing/2014/main" id="{FBDC6AF6-FC2D-8BEA-497D-72C92CB61855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hteck 135">
                <a:extLst>
                  <a:ext uri="{FF2B5EF4-FFF2-40B4-BE49-F238E27FC236}">
                    <a16:creationId xmlns:a16="http://schemas.microsoft.com/office/drawing/2014/main" id="{AC2FCB63-75C2-5163-AD2B-8B0874858AB8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hteck 136">
                <a:extLst>
                  <a:ext uri="{FF2B5EF4-FFF2-40B4-BE49-F238E27FC236}">
                    <a16:creationId xmlns:a16="http://schemas.microsoft.com/office/drawing/2014/main" id="{F08F5027-E37D-23CD-1072-4878F709F62D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hteck 137">
                <a:extLst>
                  <a:ext uri="{FF2B5EF4-FFF2-40B4-BE49-F238E27FC236}">
                    <a16:creationId xmlns:a16="http://schemas.microsoft.com/office/drawing/2014/main" id="{C95EE39F-C4BC-C51B-396E-D75F5460E050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hteck 138">
                <a:extLst>
                  <a:ext uri="{FF2B5EF4-FFF2-40B4-BE49-F238E27FC236}">
                    <a16:creationId xmlns:a16="http://schemas.microsoft.com/office/drawing/2014/main" id="{85D242BC-37CA-08AF-3B65-342E1E39F032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hteck 139">
                <a:extLst>
                  <a:ext uri="{FF2B5EF4-FFF2-40B4-BE49-F238E27FC236}">
                    <a16:creationId xmlns:a16="http://schemas.microsoft.com/office/drawing/2014/main" id="{B2023B68-80D8-E8BD-C647-E99EE09897D2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hteck 140">
                <a:extLst>
                  <a:ext uri="{FF2B5EF4-FFF2-40B4-BE49-F238E27FC236}">
                    <a16:creationId xmlns:a16="http://schemas.microsoft.com/office/drawing/2014/main" id="{B1A1E6C6-7763-72B1-923B-5984E03FE5EC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hteck 141">
                <a:extLst>
                  <a:ext uri="{FF2B5EF4-FFF2-40B4-BE49-F238E27FC236}">
                    <a16:creationId xmlns:a16="http://schemas.microsoft.com/office/drawing/2014/main" id="{8BE25122-8265-797B-9E06-ABB4B5267390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hteck 142">
                <a:extLst>
                  <a:ext uri="{FF2B5EF4-FFF2-40B4-BE49-F238E27FC236}">
                    <a16:creationId xmlns:a16="http://schemas.microsoft.com/office/drawing/2014/main" id="{2A5B9589-D62E-A963-24CD-A38CDE03AB36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hteck 143">
                <a:extLst>
                  <a:ext uri="{FF2B5EF4-FFF2-40B4-BE49-F238E27FC236}">
                    <a16:creationId xmlns:a16="http://schemas.microsoft.com/office/drawing/2014/main" id="{D3A0DD85-0420-A2F8-DC41-DFC68FD686EA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2C5AC317-50AB-495A-8BF6-C2DE02CEC341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hteck 145">
                <a:extLst>
                  <a:ext uri="{FF2B5EF4-FFF2-40B4-BE49-F238E27FC236}">
                    <a16:creationId xmlns:a16="http://schemas.microsoft.com/office/drawing/2014/main" id="{18FCF00E-5718-4249-DB6D-A64BDC8D4DA2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hteck 146">
                <a:extLst>
                  <a:ext uri="{FF2B5EF4-FFF2-40B4-BE49-F238E27FC236}">
                    <a16:creationId xmlns:a16="http://schemas.microsoft.com/office/drawing/2014/main" id="{5B632245-C3AA-97EB-3559-CEB1CBFBB886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hteck 147">
                <a:extLst>
                  <a:ext uri="{FF2B5EF4-FFF2-40B4-BE49-F238E27FC236}">
                    <a16:creationId xmlns:a16="http://schemas.microsoft.com/office/drawing/2014/main" id="{D545EFDC-C905-5ED7-F89F-F8C8B10A3FB3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hteck 148">
                <a:extLst>
                  <a:ext uri="{FF2B5EF4-FFF2-40B4-BE49-F238E27FC236}">
                    <a16:creationId xmlns:a16="http://schemas.microsoft.com/office/drawing/2014/main" id="{766A80A1-AF91-B7E7-AFE5-6B56CEA7DE29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hteck 149">
                <a:extLst>
                  <a:ext uri="{FF2B5EF4-FFF2-40B4-BE49-F238E27FC236}">
                    <a16:creationId xmlns:a16="http://schemas.microsoft.com/office/drawing/2014/main" id="{40844700-70A1-7C86-C9B4-197D190FA136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hteck 150">
                <a:extLst>
                  <a:ext uri="{FF2B5EF4-FFF2-40B4-BE49-F238E27FC236}">
                    <a16:creationId xmlns:a16="http://schemas.microsoft.com/office/drawing/2014/main" id="{558C1470-F2E3-162B-5D96-B3EE2A777641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hteck 151">
                <a:extLst>
                  <a:ext uri="{FF2B5EF4-FFF2-40B4-BE49-F238E27FC236}">
                    <a16:creationId xmlns:a16="http://schemas.microsoft.com/office/drawing/2014/main" id="{9239C407-63A4-C8A7-F849-75796ACCE10A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hteck 152">
                <a:extLst>
                  <a:ext uri="{FF2B5EF4-FFF2-40B4-BE49-F238E27FC236}">
                    <a16:creationId xmlns:a16="http://schemas.microsoft.com/office/drawing/2014/main" id="{A0657ED2-057F-8BDE-1190-5B0ED5331E3E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hteck 153">
                <a:extLst>
                  <a:ext uri="{FF2B5EF4-FFF2-40B4-BE49-F238E27FC236}">
                    <a16:creationId xmlns:a16="http://schemas.microsoft.com/office/drawing/2014/main" id="{A5BA5754-B909-6EE3-1264-5C77A03A796B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hteck 154">
                <a:extLst>
                  <a:ext uri="{FF2B5EF4-FFF2-40B4-BE49-F238E27FC236}">
                    <a16:creationId xmlns:a16="http://schemas.microsoft.com/office/drawing/2014/main" id="{FD5E35F6-E225-B2A1-2E6B-70170A629AB3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hteck 155">
                <a:extLst>
                  <a:ext uri="{FF2B5EF4-FFF2-40B4-BE49-F238E27FC236}">
                    <a16:creationId xmlns:a16="http://schemas.microsoft.com/office/drawing/2014/main" id="{B8699E84-69E8-47CE-727C-2338BE147396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hteck 156">
                <a:extLst>
                  <a:ext uri="{FF2B5EF4-FFF2-40B4-BE49-F238E27FC236}">
                    <a16:creationId xmlns:a16="http://schemas.microsoft.com/office/drawing/2014/main" id="{92F6BD46-019E-A8F2-A15D-F6CD0F1ADAB4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hteck 157">
                <a:extLst>
                  <a:ext uri="{FF2B5EF4-FFF2-40B4-BE49-F238E27FC236}">
                    <a16:creationId xmlns:a16="http://schemas.microsoft.com/office/drawing/2014/main" id="{01788B0B-5FC4-385B-B734-F493354A041D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hteck 158">
                <a:extLst>
                  <a:ext uri="{FF2B5EF4-FFF2-40B4-BE49-F238E27FC236}">
                    <a16:creationId xmlns:a16="http://schemas.microsoft.com/office/drawing/2014/main" id="{FB46DB07-7F3D-FCF9-2EA3-C5396A2F9E8B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hteck 159">
                <a:extLst>
                  <a:ext uri="{FF2B5EF4-FFF2-40B4-BE49-F238E27FC236}">
                    <a16:creationId xmlns:a16="http://schemas.microsoft.com/office/drawing/2014/main" id="{0439A2FB-6DC8-11A0-3AE5-D9DF9C7B5074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hteck 160">
                <a:extLst>
                  <a:ext uri="{FF2B5EF4-FFF2-40B4-BE49-F238E27FC236}">
                    <a16:creationId xmlns:a16="http://schemas.microsoft.com/office/drawing/2014/main" id="{80059EA8-98DF-5992-0404-F8C9CA80AECB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hteck 161">
                <a:extLst>
                  <a:ext uri="{FF2B5EF4-FFF2-40B4-BE49-F238E27FC236}">
                    <a16:creationId xmlns:a16="http://schemas.microsoft.com/office/drawing/2014/main" id="{09A5EEF0-0B50-3341-B770-71591937B32D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hteck 162">
                <a:extLst>
                  <a:ext uri="{FF2B5EF4-FFF2-40B4-BE49-F238E27FC236}">
                    <a16:creationId xmlns:a16="http://schemas.microsoft.com/office/drawing/2014/main" id="{C4BC98C9-C687-3BDE-03A6-047E7D55769F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hteck 163">
                <a:extLst>
                  <a:ext uri="{FF2B5EF4-FFF2-40B4-BE49-F238E27FC236}">
                    <a16:creationId xmlns:a16="http://schemas.microsoft.com/office/drawing/2014/main" id="{9BF8420C-18DE-B553-6FD2-A56F65AC3113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hteck 164">
                <a:extLst>
                  <a:ext uri="{FF2B5EF4-FFF2-40B4-BE49-F238E27FC236}">
                    <a16:creationId xmlns:a16="http://schemas.microsoft.com/office/drawing/2014/main" id="{0B5D0B89-6627-F477-5773-C5F123B2DF32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hteck 165">
                <a:extLst>
                  <a:ext uri="{FF2B5EF4-FFF2-40B4-BE49-F238E27FC236}">
                    <a16:creationId xmlns:a16="http://schemas.microsoft.com/office/drawing/2014/main" id="{523CE4E6-135B-7D13-F427-0F24E07FBC5C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hteck 166">
                <a:extLst>
                  <a:ext uri="{FF2B5EF4-FFF2-40B4-BE49-F238E27FC236}">
                    <a16:creationId xmlns:a16="http://schemas.microsoft.com/office/drawing/2014/main" id="{6D335479-EA27-7F09-D18E-F97F9B32A7EE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hteck 167">
                <a:extLst>
                  <a:ext uri="{FF2B5EF4-FFF2-40B4-BE49-F238E27FC236}">
                    <a16:creationId xmlns:a16="http://schemas.microsoft.com/office/drawing/2014/main" id="{21C7BC56-08D8-74DE-2529-6238E0055390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hteck 168">
                <a:extLst>
                  <a:ext uri="{FF2B5EF4-FFF2-40B4-BE49-F238E27FC236}">
                    <a16:creationId xmlns:a16="http://schemas.microsoft.com/office/drawing/2014/main" id="{B132103B-66B4-7150-4E2A-933DB04EA81C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hteck 169">
                <a:extLst>
                  <a:ext uri="{FF2B5EF4-FFF2-40B4-BE49-F238E27FC236}">
                    <a16:creationId xmlns:a16="http://schemas.microsoft.com/office/drawing/2014/main" id="{3C1C1C3D-25EE-E131-ED7F-B992EED3E047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hteck 170">
                <a:extLst>
                  <a:ext uri="{FF2B5EF4-FFF2-40B4-BE49-F238E27FC236}">
                    <a16:creationId xmlns:a16="http://schemas.microsoft.com/office/drawing/2014/main" id="{CA6BA469-5871-C6A0-B388-0C61B99F2E8B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hteck 171">
                <a:extLst>
                  <a:ext uri="{FF2B5EF4-FFF2-40B4-BE49-F238E27FC236}">
                    <a16:creationId xmlns:a16="http://schemas.microsoft.com/office/drawing/2014/main" id="{9A032175-A9E8-767B-2832-CCD968DFC018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hteck 172">
                <a:extLst>
                  <a:ext uri="{FF2B5EF4-FFF2-40B4-BE49-F238E27FC236}">
                    <a16:creationId xmlns:a16="http://schemas.microsoft.com/office/drawing/2014/main" id="{86091388-D5EF-133A-DE17-7DA8E65E21A5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hteck 173">
                <a:extLst>
                  <a:ext uri="{FF2B5EF4-FFF2-40B4-BE49-F238E27FC236}">
                    <a16:creationId xmlns:a16="http://schemas.microsoft.com/office/drawing/2014/main" id="{1987C1F5-D1F4-51D4-BDA5-97F253ED8D28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hteck 174">
                <a:extLst>
                  <a:ext uri="{FF2B5EF4-FFF2-40B4-BE49-F238E27FC236}">
                    <a16:creationId xmlns:a16="http://schemas.microsoft.com/office/drawing/2014/main" id="{EB5AD135-EB2B-A55B-4049-69EF75BE1256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hteck 175">
                <a:extLst>
                  <a:ext uri="{FF2B5EF4-FFF2-40B4-BE49-F238E27FC236}">
                    <a16:creationId xmlns:a16="http://schemas.microsoft.com/office/drawing/2014/main" id="{870F0708-8DD2-C066-BD04-652196777720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hteck 176">
                <a:extLst>
                  <a:ext uri="{FF2B5EF4-FFF2-40B4-BE49-F238E27FC236}">
                    <a16:creationId xmlns:a16="http://schemas.microsoft.com/office/drawing/2014/main" id="{050FE2E0-2D1B-DCF1-338A-10530DDC5C8D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hteck 177">
                <a:extLst>
                  <a:ext uri="{FF2B5EF4-FFF2-40B4-BE49-F238E27FC236}">
                    <a16:creationId xmlns:a16="http://schemas.microsoft.com/office/drawing/2014/main" id="{BFD583DB-3B06-9D26-45C3-91D7FA3472CE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hteck 178">
                <a:extLst>
                  <a:ext uri="{FF2B5EF4-FFF2-40B4-BE49-F238E27FC236}">
                    <a16:creationId xmlns:a16="http://schemas.microsoft.com/office/drawing/2014/main" id="{BA0DE222-BE0A-61B7-F4BB-7D99DF15488C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hteck 179">
                <a:extLst>
                  <a:ext uri="{FF2B5EF4-FFF2-40B4-BE49-F238E27FC236}">
                    <a16:creationId xmlns:a16="http://schemas.microsoft.com/office/drawing/2014/main" id="{E6AFCD91-84E0-C238-F6B6-CA9EFD9D1E38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4" name="Textfeld 213">
            <a:extLst>
              <a:ext uri="{FF2B5EF4-FFF2-40B4-BE49-F238E27FC236}">
                <a16:creationId xmlns:a16="http://schemas.microsoft.com/office/drawing/2014/main" id="{8AB54F77-73CE-9960-47F6-F18BB5B53341}"/>
              </a:ext>
            </a:extLst>
          </p:cNvPr>
          <p:cNvSpPr txBox="1"/>
          <p:nvPr/>
        </p:nvSpPr>
        <p:spPr>
          <a:xfrm>
            <a:off x="233973" y="2117235"/>
            <a:ext cx="2280000" cy="227794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6F394E8-B71D-62C3-9922-F9C0DE297A49}"/>
              </a:ext>
            </a:extLst>
          </p:cNvPr>
          <p:cNvGrpSpPr/>
          <p:nvPr/>
        </p:nvGrpSpPr>
        <p:grpSpPr>
          <a:xfrm>
            <a:off x="2660255" y="248628"/>
            <a:ext cx="9360000" cy="6120000"/>
            <a:chOff x="2660255" y="248628"/>
            <a:chExt cx="9360000" cy="6120000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7775A00A-9DD9-E2E0-2136-45A29F5C907D}"/>
                </a:ext>
              </a:extLst>
            </p:cNvPr>
            <p:cNvGrpSpPr/>
            <p:nvPr/>
          </p:nvGrpSpPr>
          <p:grpSpPr>
            <a:xfrm>
              <a:off x="2660255" y="248628"/>
              <a:ext cx="9360000" cy="6120000"/>
              <a:chOff x="5276538" y="569626"/>
              <a:chExt cx="6535711" cy="5960379"/>
            </a:xfrm>
          </p:grpSpPr>
          <p:sp>
            <p:nvSpPr>
              <p:cNvPr id="5" name="Abgerundetes Rechteck 4">
                <a:extLst>
                  <a:ext uri="{FF2B5EF4-FFF2-40B4-BE49-F238E27FC236}">
                    <a16:creationId xmlns:a16="http://schemas.microsoft.com/office/drawing/2014/main" id="{4EE4EE9E-45CC-EDEE-3711-E5B20A18B63C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2ED5365-83C1-6DEE-D1CA-EA549C01C00C}"/>
                  </a:ext>
                </a:extLst>
              </p:cNvPr>
              <p:cNvSpPr txBox="1"/>
              <p:nvPr/>
            </p:nvSpPr>
            <p:spPr>
              <a:xfrm>
                <a:off x="6645234" y="745736"/>
                <a:ext cx="39264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Reinforcement Learning</a:t>
                </a:r>
              </a:p>
            </p:txBody>
          </p:sp>
        </p:grp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CECD17CB-073C-1CEF-0225-C4D527C67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90627" y="1540403"/>
              <a:ext cx="6090294" cy="3777194"/>
            </a:xfrm>
            <a:prstGeom prst="rect">
              <a:avLst/>
            </a:prstGeom>
          </p:spPr>
        </p:pic>
      </p:grpSp>
      <p:grpSp>
        <p:nvGrpSpPr>
          <p:cNvPr id="222" name="Gruppieren 221">
            <a:extLst>
              <a:ext uri="{FF2B5EF4-FFF2-40B4-BE49-F238E27FC236}">
                <a16:creationId xmlns:a16="http://schemas.microsoft.com/office/drawing/2014/main" id="{699162A7-B4B1-91AF-E32A-8FFE8BC143C3}"/>
              </a:ext>
            </a:extLst>
          </p:cNvPr>
          <p:cNvGrpSpPr/>
          <p:nvPr/>
        </p:nvGrpSpPr>
        <p:grpSpPr>
          <a:xfrm>
            <a:off x="2666433" y="253518"/>
            <a:ext cx="9353822" cy="6120000"/>
            <a:chOff x="2666433" y="253518"/>
            <a:chExt cx="9353822" cy="6120000"/>
          </a:xfrm>
        </p:grpSpPr>
        <p:grpSp>
          <p:nvGrpSpPr>
            <p:cNvPr id="108" name="Gruppieren 107">
              <a:extLst>
                <a:ext uri="{FF2B5EF4-FFF2-40B4-BE49-F238E27FC236}">
                  <a16:creationId xmlns:a16="http://schemas.microsoft.com/office/drawing/2014/main" id="{268A8FF2-BED9-D1D5-7D45-3FFE871D1D81}"/>
                </a:ext>
              </a:extLst>
            </p:cNvPr>
            <p:cNvGrpSpPr/>
            <p:nvPr/>
          </p:nvGrpSpPr>
          <p:grpSpPr>
            <a:xfrm>
              <a:off x="2666433" y="253518"/>
              <a:ext cx="9353822" cy="6120000"/>
              <a:chOff x="5276538" y="569626"/>
              <a:chExt cx="6535711" cy="5960379"/>
            </a:xfrm>
          </p:grpSpPr>
          <p:sp>
            <p:nvSpPr>
              <p:cNvPr id="110" name="Abgerundetes Rechteck 109">
                <a:extLst>
                  <a:ext uri="{FF2B5EF4-FFF2-40B4-BE49-F238E27FC236}">
                    <a16:creationId xmlns:a16="http://schemas.microsoft.com/office/drawing/2014/main" id="{D6B54CD0-59FF-B9B5-4A15-5A3C3DBB96C8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extfeld 112">
                <a:extLst>
                  <a:ext uri="{FF2B5EF4-FFF2-40B4-BE49-F238E27FC236}">
                    <a16:creationId xmlns:a16="http://schemas.microsoft.com/office/drawing/2014/main" id="{1CDFD779-08AC-27EE-9C9F-8A823D339B2B}"/>
                  </a:ext>
                </a:extLst>
              </p:cNvPr>
              <p:cNvSpPr txBox="1"/>
              <p:nvPr/>
            </p:nvSpPr>
            <p:spPr>
              <a:xfrm>
                <a:off x="6645234" y="745736"/>
                <a:ext cx="39264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Reinforcement Learning</a:t>
                </a:r>
              </a:p>
            </p:txBody>
          </p:sp>
        </p:grpSp>
        <p:pic>
          <p:nvPicPr>
            <p:cNvPr id="221" name="Grafik 220">
              <a:extLst>
                <a:ext uri="{FF2B5EF4-FFF2-40B4-BE49-F238E27FC236}">
                  <a16:creationId xmlns:a16="http://schemas.microsoft.com/office/drawing/2014/main" id="{B70FC5B9-EA9C-D229-7CBB-01F0F2976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1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548851" y="1861439"/>
              <a:ext cx="7772400" cy="2904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222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D47F49C4-8FF3-7EFF-DEDF-09173DDA4463}"/>
              </a:ext>
            </a:extLst>
          </p:cNvPr>
          <p:cNvGrpSpPr/>
          <p:nvPr/>
        </p:nvGrpSpPr>
        <p:grpSpPr>
          <a:xfrm>
            <a:off x="-3180588" y="-3596089"/>
            <a:ext cx="20520000" cy="20520000"/>
            <a:chOff x="2856000" y="183168"/>
            <a:chExt cx="6480000" cy="6485832"/>
          </a:xfrm>
        </p:grpSpPr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D1A27AF8-A364-A4B4-36F1-123BFDD23800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181" name="Rechteck 180">
                <a:extLst>
                  <a:ext uri="{FF2B5EF4-FFF2-40B4-BE49-F238E27FC236}">
                    <a16:creationId xmlns:a16="http://schemas.microsoft.com/office/drawing/2014/main" id="{5B1AC3AD-C1F4-DC60-65B5-7FF95901A3B3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2" name="Textfeld 181">
                <a:extLst>
                  <a:ext uri="{FF2B5EF4-FFF2-40B4-BE49-F238E27FC236}">
                    <a16:creationId xmlns:a16="http://schemas.microsoft.com/office/drawing/2014/main" id="{0EC53B9F-427E-9314-69FB-A8A67914703C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83" name="Textfeld 182">
                <a:extLst>
                  <a:ext uri="{FF2B5EF4-FFF2-40B4-BE49-F238E27FC236}">
                    <a16:creationId xmlns:a16="http://schemas.microsoft.com/office/drawing/2014/main" id="{9B588EAC-53A4-F555-A0DA-87CA7D9E8EA6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84" name="Textfeld 183">
                <a:extLst>
                  <a:ext uri="{FF2B5EF4-FFF2-40B4-BE49-F238E27FC236}">
                    <a16:creationId xmlns:a16="http://schemas.microsoft.com/office/drawing/2014/main" id="{DB3CAA50-AC07-62EB-9064-8C24F833FD4F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85" name="Textfeld 184">
                <a:extLst>
                  <a:ext uri="{FF2B5EF4-FFF2-40B4-BE49-F238E27FC236}">
                    <a16:creationId xmlns:a16="http://schemas.microsoft.com/office/drawing/2014/main" id="{C227E68E-3704-520D-B82D-786E5D6AF0BC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86" name="Textfeld 185">
                <a:extLst>
                  <a:ext uri="{FF2B5EF4-FFF2-40B4-BE49-F238E27FC236}">
                    <a16:creationId xmlns:a16="http://schemas.microsoft.com/office/drawing/2014/main" id="{26FF8202-62ED-B0E7-1DE9-81A58F0D5BA4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87" name="Textfeld 186">
                <a:extLst>
                  <a:ext uri="{FF2B5EF4-FFF2-40B4-BE49-F238E27FC236}">
                    <a16:creationId xmlns:a16="http://schemas.microsoft.com/office/drawing/2014/main" id="{155E2659-6E57-FE92-67D2-BCB609D8731A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88" name="Textfeld 187">
                <a:extLst>
                  <a:ext uri="{FF2B5EF4-FFF2-40B4-BE49-F238E27FC236}">
                    <a16:creationId xmlns:a16="http://schemas.microsoft.com/office/drawing/2014/main" id="{42A2DAEA-53EC-DCF4-C4AE-356993D0EC83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89" name="Textfeld 188">
                <a:extLst>
                  <a:ext uri="{FF2B5EF4-FFF2-40B4-BE49-F238E27FC236}">
                    <a16:creationId xmlns:a16="http://schemas.microsoft.com/office/drawing/2014/main" id="{6ACA8BFB-A2D5-7A98-1948-392EFD694C43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90" name="Textfeld 189">
                <a:extLst>
                  <a:ext uri="{FF2B5EF4-FFF2-40B4-BE49-F238E27FC236}">
                    <a16:creationId xmlns:a16="http://schemas.microsoft.com/office/drawing/2014/main" id="{0E75B123-8F97-55BF-DE39-9476E8D8D359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91" name="Textfeld 190">
                <a:extLst>
                  <a:ext uri="{FF2B5EF4-FFF2-40B4-BE49-F238E27FC236}">
                    <a16:creationId xmlns:a16="http://schemas.microsoft.com/office/drawing/2014/main" id="{E21939C6-2A63-CE6F-9DBA-727B6A5E253A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92" name="Textfeld 191">
                <a:extLst>
                  <a:ext uri="{FF2B5EF4-FFF2-40B4-BE49-F238E27FC236}">
                    <a16:creationId xmlns:a16="http://schemas.microsoft.com/office/drawing/2014/main" id="{E5775F66-8CB4-701A-A552-0A3B597563D5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93" name="Textfeld 192">
                <a:extLst>
                  <a:ext uri="{FF2B5EF4-FFF2-40B4-BE49-F238E27FC236}">
                    <a16:creationId xmlns:a16="http://schemas.microsoft.com/office/drawing/2014/main" id="{880E8BC2-F952-A043-5F4B-CE26537E74F6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94" name="Textfeld 193">
                <a:extLst>
                  <a:ext uri="{FF2B5EF4-FFF2-40B4-BE49-F238E27FC236}">
                    <a16:creationId xmlns:a16="http://schemas.microsoft.com/office/drawing/2014/main" id="{D3A93C7C-10D2-9811-BE50-C595CA5A2FA4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95" name="Textfeld 194">
                <a:extLst>
                  <a:ext uri="{FF2B5EF4-FFF2-40B4-BE49-F238E27FC236}">
                    <a16:creationId xmlns:a16="http://schemas.microsoft.com/office/drawing/2014/main" id="{FD7B7E12-2BAC-07FB-BF74-EEAA5EB3091F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34EFEA50-90B3-C1A0-5CED-3BC9E9EAA5B6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97" name="Textfeld 196">
                <a:extLst>
                  <a:ext uri="{FF2B5EF4-FFF2-40B4-BE49-F238E27FC236}">
                    <a16:creationId xmlns:a16="http://schemas.microsoft.com/office/drawing/2014/main" id="{0631E76E-4106-56CB-5195-ED6999A21C3B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427D24CE-4235-BDC0-B3DC-8538109E9499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199" name="Textfeld 198">
                <a:extLst>
                  <a:ext uri="{FF2B5EF4-FFF2-40B4-BE49-F238E27FC236}">
                    <a16:creationId xmlns:a16="http://schemas.microsoft.com/office/drawing/2014/main" id="{91EABBF1-69B8-E598-6073-55077C88CB2B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00" name="Textfeld 199">
                <a:extLst>
                  <a:ext uri="{FF2B5EF4-FFF2-40B4-BE49-F238E27FC236}">
                    <a16:creationId xmlns:a16="http://schemas.microsoft.com/office/drawing/2014/main" id="{1F337AEB-5E96-1165-825D-CBA428BEBCA6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01" name="Textfeld 200">
                <a:extLst>
                  <a:ext uri="{FF2B5EF4-FFF2-40B4-BE49-F238E27FC236}">
                    <a16:creationId xmlns:a16="http://schemas.microsoft.com/office/drawing/2014/main" id="{A8D2E652-2E19-CF8E-8A03-467DC5B827E1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02" name="Textfeld 201">
                <a:extLst>
                  <a:ext uri="{FF2B5EF4-FFF2-40B4-BE49-F238E27FC236}">
                    <a16:creationId xmlns:a16="http://schemas.microsoft.com/office/drawing/2014/main" id="{D3AD98A3-B61F-EAB0-3B56-C921C11E584A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BA0E4A33-EE97-5AED-BF21-4474E51DC6D7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A7594D3E-8838-300E-A483-EAF424253B7B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05" name="Textfeld 204">
                <a:extLst>
                  <a:ext uri="{FF2B5EF4-FFF2-40B4-BE49-F238E27FC236}">
                    <a16:creationId xmlns:a16="http://schemas.microsoft.com/office/drawing/2014/main" id="{75F973D2-BB1D-C2C5-9AB6-444BA1472AAC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206" name="Textfeld 205">
                <a:extLst>
                  <a:ext uri="{FF2B5EF4-FFF2-40B4-BE49-F238E27FC236}">
                    <a16:creationId xmlns:a16="http://schemas.microsoft.com/office/drawing/2014/main" id="{12F79069-7624-227D-F3F7-FAC3924BEF35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207" name="Textfeld 206">
                <a:extLst>
                  <a:ext uri="{FF2B5EF4-FFF2-40B4-BE49-F238E27FC236}">
                    <a16:creationId xmlns:a16="http://schemas.microsoft.com/office/drawing/2014/main" id="{605D9828-4B78-5AE5-8975-9B8BFB0A5783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08" name="Textfeld 207">
                <a:extLst>
                  <a:ext uri="{FF2B5EF4-FFF2-40B4-BE49-F238E27FC236}">
                    <a16:creationId xmlns:a16="http://schemas.microsoft.com/office/drawing/2014/main" id="{0FE69E93-3C65-4BE2-4EFD-8E019E55779A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09" name="Textfeld 208">
                <a:extLst>
                  <a:ext uri="{FF2B5EF4-FFF2-40B4-BE49-F238E27FC236}">
                    <a16:creationId xmlns:a16="http://schemas.microsoft.com/office/drawing/2014/main" id="{B98234DE-2E79-D913-7522-B00A23A8240F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10" name="Textfeld 209">
                <a:extLst>
                  <a:ext uri="{FF2B5EF4-FFF2-40B4-BE49-F238E27FC236}">
                    <a16:creationId xmlns:a16="http://schemas.microsoft.com/office/drawing/2014/main" id="{EBE4780C-31EC-18CF-9A5C-CE83A8A1236B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11" name="Textfeld 210">
                <a:extLst>
                  <a:ext uri="{FF2B5EF4-FFF2-40B4-BE49-F238E27FC236}">
                    <a16:creationId xmlns:a16="http://schemas.microsoft.com/office/drawing/2014/main" id="{9CA14CDF-D0A4-7F06-BEF9-D81AF30DB9E7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12" name="Textfeld 211">
                <a:extLst>
                  <a:ext uri="{FF2B5EF4-FFF2-40B4-BE49-F238E27FC236}">
                    <a16:creationId xmlns:a16="http://schemas.microsoft.com/office/drawing/2014/main" id="{CC943234-0A34-0F70-5210-1FA4CFCB8940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13" name="Textfeld 212">
                <a:extLst>
                  <a:ext uri="{FF2B5EF4-FFF2-40B4-BE49-F238E27FC236}">
                    <a16:creationId xmlns:a16="http://schemas.microsoft.com/office/drawing/2014/main" id="{01C801B8-3EB2-85E7-1B82-C82243FB5E25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112" name="Gruppieren 111">
              <a:extLst>
                <a:ext uri="{FF2B5EF4-FFF2-40B4-BE49-F238E27FC236}">
                  <a16:creationId xmlns:a16="http://schemas.microsoft.com/office/drawing/2014/main" id="{47BA8706-47B4-93D2-1560-71CC86AEDEB6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117" name="Rechteck 116">
                <a:extLst>
                  <a:ext uri="{FF2B5EF4-FFF2-40B4-BE49-F238E27FC236}">
                    <a16:creationId xmlns:a16="http://schemas.microsoft.com/office/drawing/2014/main" id="{64DEACC5-5F4B-9457-0E31-3A65AB1C2212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hteck 117">
                <a:extLst>
                  <a:ext uri="{FF2B5EF4-FFF2-40B4-BE49-F238E27FC236}">
                    <a16:creationId xmlns:a16="http://schemas.microsoft.com/office/drawing/2014/main" id="{5C43E85D-2BA9-F142-1EF0-038C530CFFE3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hteck 118">
                <a:extLst>
                  <a:ext uri="{FF2B5EF4-FFF2-40B4-BE49-F238E27FC236}">
                    <a16:creationId xmlns:a16="http://schemas.microsoft.com/office/drawing/2014/main" id="{C904B7EF-1DAE-4FEA-8565-257387EA9073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hteck 119">
                <a:extLst>
                  <a:ext uri="{FF2B5EF4-FFF2-40B4-BE49-F238E27FC236}">
                    <a16:creationId xmlns:a16="http://schemas.microsoft.com/office/drawing/2014/main" id="{5CE3220A-6046-7DEA-80F1-E3F24D19474A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hteck 120">
                <a:extLst>
                  <a:ext uri="{FF2B5EF4-FFF2-40B4-BE49-F238E27FC236}">
                    <a16:creationId xmlns:a16="http://schemas.microsoft.com/office/drawing/2014/main" id="{490D2F3B-DB57-B2BA-FB8B-9A7AA170B525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FC744768-2AAB-07D8-AAE7-4909818C75BB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hteck 122">
                <a:extLst>
                  <a:ext uri="{FF2B5EF4-FFF2-40B4-BE49-F238E27FC236}">
                    <a16:creationId xmlns:a16="http://schemas.microsoft.com/office/drawing/2014/main" id="{0B01F150-F780-35AD-CDF2-986503233905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E741D46B-1507-0EA0-B74F-4C74998F8532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8341D3A7-00B8-1D21-E6CF-212612783BDF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hteck 125">
                <a:extLst>
                  <a:ext uri="{FF2B5EF4-FFF2-40B4-BE49-F238E27FC236}">
                    <a16:creationId xmlns:a16="http://schemas.microsoft.com/office/drawing/2014/main" id="{89275D98-EFB7-76AF-D1D8-36B0D3C03AC3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977FA1F2-6E0E-0EE6-370D-8F566462AE15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hteck 127">
                <a:extLst>
                  <a:ext uri="{FF2B5EF4-FFF2-40B4-BE49-F238E27FC236}">
                    <a16:creationId xmlns:a16="http://schemas.microsoft.com/office/drawing/2014/main" id="{FF9694AF-F59D-0F8B-42AC-1785AFF3538C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hteck 128">
                <a:extLst>
                  <a:ext uri="{FF2B5EF4-FFF2-40B4-BE49-F238E27FC236}">
                    <a16:creationId xmlns:a16="http://schemas.microsoft.com/office/drawing/2014/main" id="{5A985F63-255E-4619-ADF8-BBE73B0269D2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hteck 129">
                <a:extLst>
                  <a:ext uri="{FF2B5EF4-FFF2-40B4-BE49-F238E27FC236}">
                    <a16:creationId xmlns:a16="http://schemas.microsoft.com/office/drawing/2014/main" id="{DFD28263-CF37-D017-1B4A-C6C20F2C96E3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hteck 130">
                <a:extLst>
                  <a:ext uri="{FF2B5EF4-FFF2-40B4-BE49-F238E27FC236}">
                    <a16:creationId xmlns:a16="http://schemas.microsoft.com/office/drawing/2014/main" id="{80C15E31-0E90-5D7E-85BD-E60F1516ACA0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0E55E02E-75C1-315F-C89C-CCF37AD609A6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D59C73F9-8E39-BF9D-5178-AE6D17B671CB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BC804DB8-335F-4260-A908-11008AAF94BE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hteck 134">
                <a:extLst>
                  <a:ext uri="{FF2B5EF4-FFF2-40B4-BE49-F238E27FC236}">
                    <a16:creationId xmlns:a16="http://schemas.microsoft.com/office/drawing/2014/main" id="{FB4A70FA-61FC-EF79-BFD2-BCEB17BBEA27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hteck 135">
                <a:extLst>
                  <a:ext uri="{FF2B5EF4-FFF2-40B4-BE49-F238E27FC236}">
                    <a16:creationId xmlns:a16="http://schemas.microsoft.com/office/drawing/2014/main" id="{AE531524-822E-BF42-E62B-4B7BFE53CB5F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hteck 136">
                <a:extLst>
                  <a:ext uri="{FF2B5EF4-FFF2-40B4-BE49-F238E27FC236}">
                    <a16:creationId xmlns:a16="http://schemas.microsoft.com/office/drawing/2014/main" id="{C04936B1-03FB-4F8C-D22D-9E038DCE0F29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hteck 137">
                <a:extLst>
                  <a:ext uri="{FF2B5EF4-FFF2-40B4-BE49-F238E27FC236}">
                    <a16:creationId xmlns:a16="http://schemas.microsoft.com/office/drawing/2014/main" id="{20CF6627-191D-6D57-A876-512DADA4018A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hteck 138">
                <a:extLst>
                  <a:ext uri="{FF2B5EF4-FFF2-40B4-BE49-F238E27FC236}">
                    <a16:creationId xmlns:a16="http://schemas.microsoft.com/office/drawing/2014/main" id="{69D332A2-A45C-13C7-DE71-ED9B5C706233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hteck 139">
                <a:extLst>
                  <a:ext uri="{FF2B5EF4-FFF2-40B4-BE49-F238E27FC236}">
                    <a16:creationId xmlns:a16="http://schemas.microsoft.com/office/drawing/2014/main" id="{BEB6F4FC-CDD2-023A-AB44-BC4EB6151DD3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hteck 140">
                <a:extLst>
                  <a:ext uri="{FF2B5EF4-FFF2-40B4-BE49-F238E27FC236}">
                    <a16:creationId xmlns:a16="http://schemas.microsoft.com/office/drawing/2014/main" id="{579AC271-9F9C-A67F-2600-493BF1552F1A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hteck 141">
                <a:extLst>
                  <a:ext uri="{FF2B5EF4-FFF2-40B4-BE49-F238E27FC236}">
                    <a16:creationId xmlns:a16="http://schemas.microsoft.com/office/drawing/2014/main" id="{65D70CBB-5373-1BAC-51CD-AB76638AFFAD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hteck 142">
                <a:extLst>
                  <a:ext uri="{FF2B5EF4-FFF2-40B4-BE49-F238E27FC236}">
                    <a16:creationId xmlns:a16="http://schemas.microsoft.com/office/drawing/2014/main" id="{836956DD-4073-9030-69A3-E7F22948CCBD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hteck 143">
                <a:extLst>
                  <a:ext uri="{FF2B5EF4-FFF2-40B4-BE49-F238E27FC236}">
                    <a16:creationId xmlns:a16="http://schemas.microsoft.com/office/drawing/2014/main" id="{469A7DE4-33A7-CED6-B8DA-19AB2A2BC8A6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0BCFCA3F-5670-491B-7629-8A3F67D60E4A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hteck 145">
                <a:extLst>
                  <a:ext uri="{FF2B5EF4-FFF2-40B4-BE49-F238E27FC236}">
                    <a16:creationId xmlns:a16="http://schemas.microsoft.com/office/drawing/2014/main" id="{27720CE6-A3EE-C4E9-5F28-A7615AF7B6E4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hteck 146">
                <a:extLst>
                  <a:ext uri="{FF2B5EF4-FFF2-40B4-BE49-F238E27FC236}">
                    <a16:creationId xmlns:a16="http://schemas.microsoft.com/office/drawing/2014/main" id="{583554BD-90EC-E789-2D46-48AD300DFDAF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hteck 147">
                <a:extLst>
                  <a:ext uri="{FF2B5EF4-FFF2-40B4-BE49-F238E27FC236}">
                    <a16:creationId xmlns:a16="http://schemas.microsoft.com/office/drawing/2014/main" id="{27CDE7F6-42C3-2DE8-D7D8-9A7335EBE674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hteck 148">
                <a:extLst>
                  <a:ext uri="{FF2B5EF4-FFF2-40B4-BE49-F238E27FC236}">
                    <a16:creationId xmlns:a16="http://schemas.microsoft.com/office/drawing/2014/main" id="{7BA91247-F6CD-D8FE-DDC8-ACE182A92952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hteck 149">
                <a:extLst>
                  <a:ext uri="{FF2B5EF4-FFF2-40B4-BE49-F238E27FC236}">
                    <a16:creationId xmlns:a16="http://schemas.microsoft.com/office/drawing/2014/main" id="{8A0C7276-638C-14E9-10FD-0FE1633CC1E9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hteck 150">
                <a:extLst>
                  <a:ext uri="{FF2B5EF4-FFF2-40B4-BE49-F238E27FC236}">
                    <a16:creationId xmlns:a16="http://schemas.microsoft.com/office/drawing/2014/main" id="{75D8E032-5B4A-A586-6DD9-8E651E200FAB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hteck 151">
                <a:extLst>
                  <a:ext uri="{FF2B5EF4-FFF2-40B4-BE49-F238E27FC236}">
                    <a16:creationId xmlns:a16="http://schemas.microsoft.com/office/drawing/2014/main" id="{3B2B7DC8-15CE-342F-AF79-0D552CE1FB57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hteck 152">
                <a:extLst>
                  <a:ext uri="{FF2B5EF4-FFF2-40B4-BE49-F238E27FC236}">
                    <a16:creationId xmlns:a16="http://schemas.microsoft.com/office/drawing/2014/main" id="{7A1FC2F7-43B6-13E8-11F4-C18C57AC0B69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hteck 153">
                <a:extLst>
                  <a:ext uri="{FF2B5EF4-FFF2-40B4-BE49-F238E27FC236}">
                    <a16:creationId xmlns:a16="http://schemas.microsoft.com/office/drawing/2014/main" id="{DA2C4357-3C79-029B-D0C4-58B1A1C8DE8A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hteck 154">
                <a:extLst>
                  <a:ext uri="{FF2B5EF4-FFF2-40B4-BE49-F238E27FC236}">
                    <a16:creationId xmlns:a16="http://schemas.microsoft.com/office/drawing/2014/main" id="{E8F36303-FDB8-AE0E-FC0E-1E70371A40A8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hteck 155">
                <a:extLst>
                  <a:ext uri="{FF2B5EF4-FFF2-40B4-BE49-F238E27FC236}">
                    <a16:creationId xmlns:a16="http://schemas.microsoft.com/office/drawing/2014/main" id="{F25D25D3-1675-DE9D-AC35-E378F01A258E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hteck 156">
                <a:extLst>
                  <a:ext uri="{FF2B5EF4-FFF2-40B4-BE49-F238E27FC236}">
                    <a16:creationId xmlns:a16="http://schemas.microsoft.com/office/drawing/2014/main" id="{B317D686-32AD-5D4B-DA22-3ECB2E201960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hteck 157">
                <a:extLst>
                  <a:ext uri="{FF2B5EF4-FFF2-40B4-BE49-F238E27FC236}">
                    <a16:creationId xmlns:a16="http://schemas.microsoft.com/office/drawing/2014/main" id="{1A09FF7C-4655-FB4B-4697-2AA8E667C231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hteck 158">
                <a:extLst>
                  <a:ext uri="{FF2B5EF4-FFF2-40B4-BE49-F238E27FC236}">
                    <a16:creationId xmlns:a16="http://schemas.microsoft.com/office/drawing/2014/main" id="{B6A771C1-A5F3-77A1-5038-59CD181C25C4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hteck 159">
                <a:extLst>
                  <a:ext uri="{FF2B5EF4-FFF2-40B4-BE49-F238E27FC236}">
                    <a16:creationId xmlns:a16="http://schemas.microsoft.com/office/drawing/2014/main" id="{EBEDD0B5-8F4B-A1EE-11F9-09EBBF038284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hteck 160">
                <a:extLst>
                  <a:ext uri="{FF2B5EF4-FFF2-40B4-BE49-F238E27FC236}">
                    <a16:creationId xmlns:a16="http://schemas.microsoft.com/office/drawing/2014/main" id="{2380D3E3-0952-2714-0EC2-59782A37E959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hteck 161">
                <a:extLst>
                  <a:ext uri="{FF2B5EF4-FFF2-40B4-BE49-F238E27FC236}">
                    <a16:creationId xmlns:a16="http://schemas.microsoft.com/office/drawing/2014/main" id="{FCFF6B5E-BEDA-3143-4BF9-09349508A113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hteck 162">
                <a:extLst>
                  <a:ext uri="{FF2B5EF4-FFF2-40B4-BE49-F238E27FC236}">
                    <a16:creationId xmlns:a16="http://schemas.microsoft.com/office/drawing/2014/main" id="{CA207119-A1AF-0658-4984-C154E5491C33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hteck 163">
                <a:extLst>
                  <a:ext uri="{FF2B5EF4-FFF2-40B4-BE49-F238E27FC236}">
                    <a16:creationId xmlns:a16="http://schemas.microsoft.com/office/drawing/2014/main" id="{368BD9AE-ACB5-747E-E005-8D3423D4F98C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hteck 164">
                <a:extLst>
                  <a:ext uri="{FF2B5EF4-FFF2-40B4-BE49-F238E27FC236}">
                    <a16:creationId xmlns:a16="http://schemas.microsoft.com/office/drawing/2014/main" id="{BA613056-5FBD-8C6E-4371-181CA14117C8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hteck 165">
                <a:extLst>
                  <a:ext uri="{FF2B5EF4-FFF2-40B4-BE49-F238E27FC236}">
                    <a16:creationId xmlns:a16="http://schemas.microsoft.com/office/drawing/2014/main" id="{46DFE786-2303-79F9-F117-98B354310BE6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hteck 166">
                <a:extLst>
                  <a:ext uri="{FF2B5EF4-FFF2-40B4-BE49-F238E27FC236}">
                    <a16:creationId xmlns:a16="http://schemas.microsoft.com/office/drawing/2014/main" id="{DC0E6DB3-ECC7-50B7-D6AD-8DBDB830FDC0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hteck 167">
                <a:extLst>
                  <a:ext uri="{FF2B5EF4-FFF2-40B4-BE49-F238E27FC236}">
                    <a16:creationId xmlns:a16="http://schemas.microsoft.com/office/drawing/2014/main" id="{2F5B0418-5C09-A75A-55C5-589937D63370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hteck 168">
                <a:extLst>
                  <a:ext uri="{FF2B5EF4-FFF2-40B4-BE49-F238E27FC236}">
                    <a16:creationId xmlns:a16="http://schemas.microsoft.com/office/drawing/2014/main" id="{5DF2C554-B898-F602-7ABA-6E6A99FC66DB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hteck 169">
                <a:extLst>
                  <a:ext uri="{FF2B5EF4-FFF2-40B4-BE49-F238E27FC236}">
                    <a16:creationId xmlns:a16="http://schemas.microsoft.com/office/drawing/2014/main" id="{F76344DF-EA46-2A36-286F-179DBCF6AE77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hteck 170">
                <a:extLst>
                  <a:ext uri="{FF2B5EF4-FFF2-40B4-BE49-F238E27FC236}">
                    <a16:creationId xmlns:a16="http://schemas.microsoft.com/office/drawing/2014/main" id="{833CD46C-64F5-441F-AFE3-44DDA37C7BD0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hteck 171">
                <a:extLst>
                  <a:ext uri="{FF2B5EF4-FFF2-40B4-BE49-F238E27FC236}">
                    <a16:creationId xmlns:a16="http://schemas.microsoft.com/office/drawing/2014/main" id="{CA4989AE-373A-427F-3981-48D9DB8FC141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hteck 172">
                <a:extLst>
                  <a:ext uri="{FF2B5EF4-FFF2-40B4-BE49-F238E27FC236}">
                    <a16:creationId xmlns:a16="http://schemas.microsoft.com/office/drawing/2014/main" id="{2A7B768E-4E36-4805-EC67-A4939EF3D991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hteck 173">
                <a:extLst>
                  <a:ext uri="{FF2B5EF4-FFF2-40B4-BE49-F238E27FC236}">
                    <a16:creationId xmlns:a16="http://schemas.microsoft.com/office/drawing/2014/main" id="{BE18EEF5-29BC-4A78-9384-9B72A6C4EA54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hteck 174">
                <a:extLst>
                  <a:ext uri="{FF2B5EF4-FFF2-40B4-BE49-F238E27FC236}">
                    <a16:creationId xmlns:a16="http://schemas.microsoft.com/office/drawing/2014/main" id="{59B171AA-E313-7511-36C4-8A120A09C58E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hteck 175">
                <a:extLst>
                  <a:ext uri="{FF2B5EF4-FFF2-40B4-BE49-F238E27FC236}">
                    <a16:creationId xmlns:a16="http://schemas.microsoft.com/office/drawing/2014/main" id="{239C7003-7B7A-C551-60DB-53AB7493AB4A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hteck 176">
                <a:extLst>
                  <a:ext uri="{FF2B5EF4-FFF2-40B4-BE49-F238E27FC236}">
                    <a16:creationId xmlns:a16="http://schemas.microsoft.com/office/drawing/2014/main" id="{ABA4AE19-5912-4B99-2D7C-E38FF06351A8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hteck 177">
                <a:extLst>
                  <a:ext uri="{FF2B5EF4-FFF2-40B4-BE49-F238E27FC236}">
                    <a16:creationId xmlns:a16="http://schemas.microsoft.com/office/drawing/2014/main" id="{1AE7BBD0-1D49-EF5B-BBEA-F143A670C1AC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hteck 178">
                <a:extLst>
                  <a:ext uri="{FF2B5EF4-FFF2-40B4-BE49-F238E27FC236}">
                    <a16:creationId xmlns:a16="http://schemas.microsoft.com/office/drawing/2014/main" id="{795CACC3-63A2-9AB2-6B3D-3B5A62290B2B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hteck 179">
                <a:extLst>
                  <a:ext uri="{FF2B5EF4-FFF2-40B4-BE49-F238E27FC236}">
                    <a16:creationId xmlns:a16="http://schemas.microsoft.com/office/drawing/2014/main" id="{1B86C6D3-3A02-5D77-3A70-0EEE50B7EF83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4" name="Textfeld 213">
            <a:extLst>
              <a:ext uri="{FF2B5EF4-FFF2-40B4-BE49-F238E27FC236}">
                <a16:creationId xmlns:a16="http://schemas.microsoft.com/office/drawing/2014/main" id="{7919728D-1FD3-5C40-ACB1-B0CA066C486F}"/>
              </a:ext>
            </a:extLst>
          </p:cNvPr>
          <p:cNvSpPr txBox="1"/>
          <p:nvPr/>
        </p:nvSpPr>
        <p:spPr>
          <a:xfrm>
            <a:off x="233973" y="2117235"/>
            <a:ext cx="2280000" cy="227794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ACF2F1B6-F201-02CF-CDB3-4E4B40852545}"/>
              </a:ext>
            </a:extLst>
          </p:cNvPr>
          <p:cNvGrpSpPr/>
          <p:nvPr/>
        </p:nvGrpSpPr>
        <p:grpSpPr>
          <a:xfrm>
            <a:off x="2666433" y="253518"/>
            <a:ext cx="9353822" cy="6120000"/>
            <a:chOff x="2666433" y="253518"/>
            <a:chExt cx="9353822" cy="6120000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5DBEE4ED-88EA-A125-A5F8-7C842B1A3D45}"/>
                </a:ext>
              </a:extLst>
            </p:cNvPr>
            <p:cNvGrpSpPr/>
            <p:nvPr/>
          </p:nvGrpSpPr>
          <p:grpSpPr>
            <a:xfrm>
              <a:off x="2666433" y="253518"/>
              <a:ext cx="9353822" cy="6120000"/>
              <a:chOff x="5276538" y="569626"/>
              <a:chExt cx="6535711" cy="5960379"/>
            </a:xfrm>
          </p:grpSpPr>
          <p:sp>
            <p:nvSpPr>
              <p:cNvPr id="5" name="Abgerundetes Rechteck 4">
                <a:extLst>
                  <a:ext uri="{FF2B5EF4-FFF2-40B4-BE49-F238E27FC236}">
                    <a16:creationId xmlns:a16="http://schemas.microsoft.com/office/drawing/2014/main" id="{D57B7632-718C-BB53-8F67-E5DD792EC487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A26D15D8-40AB-CF06-8F84-44A550D04FAB}"/>
                  </a:ext>
                </a:extLst>
              </p:cNvPr>
              <p:cNvSpPr txBox="1"/>
              <p:nvPr/>
            </p:nvSpPr>
            <p:spPr>
              <a:xfrm>
                <a:off x="6645234" y="745736"/>
                <a:ext cx="39264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Reinforcement Learning</a:t>
                </a:r>
              </a:p>
            </p:txBody>
          </p:sp>
        </p:grp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5A8DD8ED-B5B5-8D94-AB79-10A4B5970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1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548851" y="1861439"/>
              <a:ext cx="7772400" cy="2904158"/>
            </a:xfrm>
            <a:prstGeom prst="rect">
              <a:avLst/>
            </a:prstGeom>
          </p:spPr>
        </p:pic>
      </p:grpSp>
      <p:grpSp>
        <p:nvGrpSpPr>
          <p:cNvPr id="223" name="Gruppieren 222">
            <a:extLst>
              <a:ext uri="{FF2B5EF4-FFF2-40B4-BE49-F238E27FC236}">
                <a16:creationId xmlns:a16="http://schemas.microsoft.com/office/drawing/2014/main" id="{8B6ED5F3-F993-FFFD-41FB-77C94B29809B}"/>
              </a:ext>
            </a:extLst>
          </p:cNvPr>
          <p:cNvGrpSpPr/>
          <p:nvPr/>
        </p:nvGrpSpPr>
        <p:grpSpPr>
          <a:xfrm>
            <a:off x="2678052" y="251027"/>
            <a:ext cx="9353820" cy="6120000"/>
            <a:chOff x="2678052" y="251027"/>
            <a:chExt cx="9353820" cy="6120000"/>
          </a:xfrm>
        </p:grpSpPr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885805EF-14A1-C20C-F608-9A7982BB4600}"/>
                </a:ext>
              </a:extLst>
            </p:cNvPr>
            <p:cNvGrpSpPr/>
            <p:nvPr/>
          </p:nvGrpSpPr>
          <p:grpSpPr>
            <a:xfrm>
              <a:off x="2678052" y="251027"/>
              <a:ext cx="9353820" cy="6120000"/>
              <a:chOff x="5276538" y="569626"/>
              <a:chExt cx="6535711" cy="5960379"/>
            </a:xfrm>
          </p:grpSpPr>
          <p:sp>
            <p:nvSpPr>
              <p:cNvPr id="104" name="Abgerundetes Rechteck 103">
                <a:extLst>
                  <a:ext uri="{FF2B5EF4-FFF2-40B4-BE49-F238E27FC236}">
                    <a16:creationId xmlns:a16="http://schemas.microsoft.com/office/drawing/2014/main" id="{ABE31D8D-DA06-F918-DBA7-360DF1806068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CAFC9AA8-6A61-6C56-8380-90827FB6EE67}"/>
                  </a:ext>
                </a:extLst>
              </p:cNvPr>
              <p:cNvSpPr txBox="1"/>
              <p:nvPr/>
            </p:nvSpPr>
            <p:spPr>
              <a:xfrm>
                <a:off x="6645234" y="745736"/>
                <a:ext cx="39264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Reinforcement Learning</a:t>
                </a:r>
              </a:p>
            </p:txBody>
          </p:sp>
        </p:grpSp>
        <p:pic>
          <p:nvPicPr>
            <p:cNvPr id="222" name="Grafik 221">
              <a:extLst>
                <a:ext uri="{FF2B5EF4-FFF2-40B4-BE49-F238E27FC236}">
                  <a16:creationId xmlns:a16="http://schemas.microsoft.com/office/drawing/2014/main" id="{DDA85FD2-27FB-AE52-3184-45F42278E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1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560469" y="1897103"/>
              <a:ext cx="7772400" cy="28278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761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feld 102">
            <a:extLst>
              <a:ext uri="{FF2B5EF4-FFF2-40B4-BE49-F238E27FC236}">
                <a16:creationId xmlns:a16="http://schemas.microsoft.com/office/drawing/2014/main" id="{2D5F0D7E-9864-DB12-558B-54F8AE5AD1F4}"/>
              </a:ext>
            </a:extLst>
          </p:cNvPr>
          <p:cNvSpPr txBox="1"/>
          <p:nvPr/>
        </p:nvSpPr>
        <p:spPr>
          <a:xfrm>
            <a:off x="2621280" y="327995"/>
            <a:ext cx="694944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AI4Math</a:t>
            </a:r>
          </a:p>
          <a:p>
            <a:pPr algn="ctr"/>
            <a:r>
              <a:rPr lang="en-US" sz="3200" b="1" dirty="0"/>
              <a:t>Reinforcement Learning – Chess Model</a:t>
            </a:r>
          </a:p>
          <a:p>
            <a:pPr algn="ctr"/>
            <a:endParaRPr lang="en-US" sz="3200" b="1" dirty="0"/>
          </a:p>
          <a:p>
            <a:pPr algn="ctr"/>
            <a:r>
              <a:rPr lang="en-US" sz="2000" dirty="0"/>
              <a:t>Jakob [LAST_NAME], </a:t>
            </a:r>
            <a:r>
              <a:rPr lang="en-US" sz="2000" dirty="0" err="1"/>
              <a:t>Jannis</a:t>
            </a:r>
            <a:r>
              <a:rPr lang="en-US" sz="2000" dirty="0"/>
              <a:t> [LAST_NAME], </a:t>
            </a:r>
            <a:r>
              <a:rPr lang="en-US" sz="2000" dirty="0" err="1"/>
              <a:t>Patric</a:t>
            </a:r>
            <a:r>
              <a:rPr lang="en-US" sz="2000" dirty="0"/>
              <a:t> Riedel</a:t>
            </a:r>
            <a:endParaRPr lang="en-US" sz="2400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6C5DD21-8D3D-1CD3-62F4-4FE645B10350}"/>
              </a:ext>
            </a:extLst>
          </p:cNvPr>
          <p:cNvGrpSpPr/>
          <p:nvPr/>
        </p:nvGrpSpPr>
        <p:grpSpPr>
          <a:xfrm>
            <a:off x="-744000" y="-3411000"/>
            <a:ext cx="13680000" cy="13680000"/>
            <a:chOff x="2856000" y="183168"/>
            <a:chExt cx="6480000" cy="6485832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86868810-1380-181A-F976-D6EE22AE0719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F0A0F860-6741-7DC7-366A-73D58FA59383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A55BE214-2143-9DBB-3685-874C1393A8F8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6D36A2B9-1042-E6B9-B17F-0D23E83252DC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9B1FC34D-13FE-F21C-A703-86EEB8D2BBAC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C0312F37-747F-9747-3CA8-927C1A53068A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7F388707-20EF-D0D4-80DE-A787B02343BE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29706C26-E195-EA08-2488-227FCD1A2AE2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63515A3D-104A-1E00-BB30-951BA696F940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1BBBED00-EA64-67FE-DBC6-EA095DC54F37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7036B56C-E8D0-69F8-4D1B-B755B5AA1690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8A384C33-EB9E-BEDD-7122-7DC968759F7C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D6B8E93D-8EBC-17BE-0041-6990DE2A23BA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E6B8F67-2E8C-5592-130E-BC0E37BD9F8B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BDD8D72E-1DD9-174C-ED38-4D927243802F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403F40FB-2D3A-F9E9-E42E-7501A825C2E6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A9846445-644B-A5E4-2AAC-FEDEC017542F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2123A8B5-EE82-CB2F-B3D6-20BA567B8137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DB0C12D4-B2A3-9522-3344-BE6AC4359EC7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C54619D4-B65A-CAD4-DAB2-9540262A15D0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9C1844DA-B2BA-6946-D0CB-48A232CBA6F8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B1F6E8C3-86B1-CAF9-7962-35DD33B19623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DAC51F65-3A54-92FF-07F6-46D3E71973E8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25586E95-A933-B001-8B28-8FA2B0173D43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34F907F7-1CB2-067B-560A-9B1CE984F24E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FF5168E4-34A7-5536-7A39-6A13EF71213E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3F05F9BB-6EC4-BABE-92C5-19F5C20E2D75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2DA35E39-B130-27CD-E1B4-471BF7BE2FDE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F7358D0A-EEDF-A203-B799-3ED5B056E309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6D27E8DA-3B14-65D6-2F90-234FE8AEDC9B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758DA172-6B71-6E9B-2280-ADB6F6C5DE7E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3E111E5F-DD9B-AAC5-4EAD-3E30CD924C10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2C0E6521-17EF-83D9-8806-C08277D692F1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286CE3B8-8D66-CE5E-9097-27AFCB0A5CFD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BC64827-2366-7CAA-2339-AC6682523015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0E1A4C6A-9423-8B45-12E8-79DEC06B87DD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53B16FAF-AAA5-5534-81E9-12A531CCC826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C17E5C34-D302-39A8-4AD6-3851020705A3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1706C2A1-23B8-A01E-A0A0-F7DA9E3EB8F6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EFA9016B-2B58-8C05-9421-C3BE76718D6D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9088FFBC-06B6-16E1-8583-7FBBC233734C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FCE85D0D-0EB8-BB75-085B-94F0CDD5EEB6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FFC409D3-B6E0-30D4-AD09-6E6ED376ADD6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hteck 13">
                <a:extLst>
                  <a:ext uri="{FF2B5EF4-FFF2-40B4-BE49-F238E27FC236}">
                    <a16:creationId xmlns:a16="http://schemas.microsoft.com/office/drawing/2014/main" id="{BD3C1EEE-7F4D-938E-3DE1-B3FDCFC80921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3B75DE60-8E5A-6401-7BAC-1C88BB22BA67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87CC9FCE-380C-539C-C136-89B4967E7C0B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AC85A7D1-F443-C635-E98E-57196F54967C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E6F3F312-4B88-D219-AE32-7EBF3F3564B9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D985B27D-EA30-A2E1-66A2-FBACDA3D3E3D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08D1A9B3-18CB-B8B3-933D-51C97C86E51C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76FC813C-9491-416D-0842-447A16B3A201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F7340945-F2F0-F003-FFF6-BF0E63BEB7E2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F1F8ABB8-DC6E-4AEE-6CB3-40F8F1F97ABD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F17531FB-67E6-8F7E-4AA6-DA4CCBF29DA2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D6DFEF24-C738-A758-124C-39A4854227D7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C6DAEFA8-2045-269F-F0C5-C71ACC89C48D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5AB5D222-0B50-2354-0D04-852119D1E0D7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5DB31B53-BA8A-2CE5-0BA4-C4DCDF9EA2CA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FB5BC67B-0F03-7F0F-948C-6FB7B743C3AB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4056F70E-FF94-9E47-7153-D4DBDBAE40DD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ECA94949-7457-7055-6FE6-3824E189C3B8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479F269F-76A6-C0E3-C555-EAD73EABC492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28677284-F69F-FC94-B40E-D18864CBD6AA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9E3E19AC-A3FA-BC64-7A39-9DF69990BBBF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AA291A02-ABF9-1EC9-8056-33321456A1D1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0067F39E-CDFB-8AE9-345E-9AFF689CC35C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0CE75BB7-DCB8-A170-7383-DE08AF14AE71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E0297708-D690-C5A7-4847-BE82BF45BABA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7C80FA83-7EDD-8CE9-6C78-DB7EAA13DBA9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DABB039A-7062-EABE-165E-3BFBF75627AF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06003D34-9692-7C72-B419-4D2CB8D38070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AEA10B22-76AD-EC45-81CC-39D536FC56C6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4C6B565E-002B-D479-78A9-7C4BD0CD884B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FA9FB750-4F48-6AFD-3860-3B631B85FFCC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9A9A8110-3724-06D9-B402-608CA1DE5794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B6FE0B60-2A1C-557A-6D28-449B572A887F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E6F324FB-283D-D98B-991D-639D20407413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hteck 47">
                <a:extLst>
                  <a:ext uri="{FF2B5EF4-FFF2-40B4-BE49-F238E27FC236}">
                    <a16:creationId xmlns:a16="http://schemas.microsoft.com/office/drawing/2014/main" id="{913D8CC8-9BD8-0704-8BEE-934DBBC213AA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94D20B59-E5BD-E02A-99E8-BE1DEC2728C1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hteck 49">
                <a:extLst>
                  <a:ext uri="{FF2B5EF4-FFF2-40B4-BE49-F238E27FC236}">
                    <a16:creationId xmlns:a16="http://schemas.microsoft.com/office/drawing/2014/main" id="{C791D596-57B8-627C-5BDA-9D0719B85DF8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hteck 50">
                <a:extLst>
                  <a:ext uri="{FF2B5EF4-FFF2-40B4-BE49-F238E27FC236}">
                    <a16:creationId xmlns:a16="http://schemas.microsoft.com/office/drawing/2014/main" id="{970BD8E1-843B-4EB2-39F5-DD108C19DB92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2BACC614-E4CF-FA5B-65F2-9EB9EE449CAD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hteck 52">
                <a:extLst>
                  <a:ext uri="{FF2B5EF4-FFF2-40B4-BE49-F238E27FC236}">
                    <a16:creationId xmlns:a16="http://schemas.microsoft.com/office/drawing/2014/main" id="{69E69FFC-9289-855D-3F3F-A944E8204C8E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hteck 53">
                <a:extLst>
                  <a:ext uri="{FF2B5EF4-FFF2-40B4-BE49-F238E27FC236}">
                    <a16:creationId xmlns:a16="http://schemas.microsoft.com/office/drawing/2014/main" id="{72F4528C-721B-ABDC-23FF-1987D982A2CC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292D907D-29AF-73AB-2E7D-65182203C7FA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hteck 55">
                <a:extLst>
                  <a:ext uri="{FF2B5EF4-FFF2-40B4-BE49-F238E27FC236}">
                    <a16:creationId xmlns:a16="http://schemas.microsoft.com/office/drawing/2014/main" id="{2E78A0A4-6389-DF80-39CC-6815E955A5EF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hteck 56">
                <a:extLst>
                  <a:ext uri="{FF2B5EF4-FFF2-40B4-BE49-F238E27FC236}">
                    <a16:creationId xmlns:a16="http://schemas.microsoft.com/office/drawing/2014/main" id="{8309C323-7B0F-B5B6-1725-B1334DE775A0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hteck 57">
                <a:extLst>
                  <a:ext uri="{FF2B5EF4-FFF2-40B4-BE49-F238E27FC236}">
                    <a16:creationId xmlns:a16="http://schemas.microsoft.com/office/drawing/2014/main" id="{330BEAD6-2F39-CD3D-A99F-503EE7716E73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hteck 58">
                <a:extLst>
                  <a:ext uri="{FF2B5EF4-FFF2-40B4-BE49-F238E27FC236}">
                    <a16:creationId xmlns:a16="http://schemas.microsoft.com/office/drawing/2014/main" id="{D902C8D8-13D0-07A6-43B5-7661F3400C7A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4B028D3E-589A-5856-45A0-620D9EA7431F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85ABC4FC-4E65-F005-5B48-1F0AE44966DB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675AC87B-AA3C-073D-685E-070250B021F9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E081357C-3FDE-B9A1-9E8D-25D99CE36854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19EF41FF-C2AA-08F0-8E65-7CF52B3F0F9F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FF322639-793B-97CD-7941-2F9F230988D1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20896529-57EE-6A5E-78D9-FCA3D6002930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61350A6C-A0E4-8D24-E618-690431D429C4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DBD4F243-BE25-C3BB-48CB-AAE927BB194B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317DB000-FAF1-F86D-39B4-123F29113CB0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8D2DB2B0-20F3-A78C-94CB-2757DE66462B}"/>
              </a:ext>
            </a:extLst>
          </p:cNvPr>
          <p:cNvSpPr txBox="1"/>
          <p:nvPr/>
        </p:nvSpPr>
        <p:spPr>
          <a:xfrm>
            <a:off x="1536001" y="405265"/>
            <a:ext cx="1520000" cy="151125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</p:spTree>
    <p:extLst>
      <p:ext uri="{BB962C8B-B14F-4D97-AF65-F5344CB8AC3E}">
        <p14:creationId xmlns:p14="http://schemas.microsoft.com/office/powerpoint/2010/main" val="884690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8953F5D6-8CDE-AB42-BC44-CED31F8EBAD0}"/>
              </a:ext>
            </a:extLst>
          </p:cNvPr>
          <p:cNvGrpSpPr/>
          <p:nvPr/>
        </p:nvGrpSpPr>
        <p:grpSpPr>
          <a:xfrm>
            <a:off x="-7229160" y="-7639409"/>
            <a:ext cx="20520000" cy="20520000"/>
            <a:chOff x="2856000" y="183168"/>
            <a:chExt cx="6480000" cy="6485832"/>
          </a:xfrm>
        </p:grpSpPr>
        <p:grpSp>
          <p:nvGrpSpPr>
            <p:cNvPr id="109" name="Gruppieren 108">
              <a:extLst>
                <a:ext uri="{FF2B5EF4-FFF2-40B4-BE49-F238E27FC236}">
                  <a16:creationId xmlns:a16="http://schemas.microsoft.com/office/drawing/2014/main" id="{FA64184E-EC75-9752-D29B-AAEBE5D2B706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177" name="Rechteck 176">
                <a:extLst>
                  <a:ext uri="{FF2B5EF4-FFF2-40B4-BE49-F238E27FC236}">
                    <a16:creationId xmlns:a16="http://schemas.microsoft.com/office/drawing/2014/main" id="{29C38D7A-36A7-7CF3-9ABF-8536D2DD8C2A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8" name="Textfeld 177">
                <a:extLst>
                  <a:ext uri="{FF2B5EF4-FFF2-40B4-BE49-F238E27FC236}">
                    <a16:creationId xmlns:a16="http://schemas.microsoft.com/office/drawing/2014/main" id="{290D63FF-8390-EF41-41B4-A10C649A1534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79" name="Textfeld 178">
                <a:extLst>
                  <a:ext uri="{FF2B5EF4-FFF2-40B4-BE49-F238E27FC236}">
                    <a16:creationId xmlns:a16="http://schemas.microsoft.com/office/drawing/2014/main" id="{3E978BE2-F219-310F-2491-B6154C604F7E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80" name="Textfeld 179">
                <a:extLst>
                  <a:ext uri="{FF2B5EF4-FFF2-40B4-BE49-F238E27FC236}">
                    <a16:creationId xmlns:a16="http://schemas.microsoft.com/office/drawing/2014/main" id="{4DD8F308-7AD0-AB5E-1EF5-C3D60CACC4AB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81" name="Textfeld 180">
                <a:extLst>
                  <a:ext uri="{FF2B5EF4-FFF2-40B4-BE49-F238E27FC236}">
                    <a16:creationId xmlns:a16="http://schemas.microsoft.com/office/drawing/2014/main" id="{808221E6-666B-27F3-089A-2F8844CD5492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82" name="Textfeld 181">
                <a:extLst>
                  <a:ext uri="{FF2B5EF4-FFF2-40B4-BE49-F238E27FC236}">
                    <a16:creationId xmlns:a16="http://schemas.microsoft.com/office/drawing/2014/main" id="{D9E5541E-44E2-6D9D-1858-93E81804FE98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83" name="Textfeld 182">
                <a:extLst>
                  <a:ext uri="{FF2B5EF4-FFF2-40B4-BE49-F238E27FC236}">
                    <a16:creationId xmlns:a16="http://schemas.microsoft.com/office/drawing/2014/main" id="{F3915D7A-53AD-E14F-BD17-EF9D2F11C246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84" name="Textfeld 183">
                <a:extLst>
                  <a:ext uri="{FF2B5EF4-FFF2-40B4-BE49-F238E27FC236}">
                    <a16:creationId xmlns:a16="http://schemas.microsoft.com/office/drawing/2014/main" id="{854CB243-EBF6-6753-94EB-1654369C5182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85" name="Textfeld 184">
                <a:extLst>
                  <a:ext uri="{FF2B5EF4-FFF2-40B4-BE49-F238E27FC236}">
                    <a16:creationId xmlns:a16="http://schemas.microsoft.com/office/drawing/2014/main" id="{73C91B0B-C65D-0E38-91D2-3FEDBFAC7966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86" name="Textfeld 185">
                <a:extLst>
                  <a:ext uri="{FF2B5EF4-FFF2-40B4-BE49-F238E27FC236}">
                    <a16:creationId xmlns:a16="http://schemas.microsoft.com/office/drawing/2014/main" id="{C675FD21-5ED9-717F-408F-82BD29E64480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87" name="Textfeld 186">
                <a:extLst>
                  <a:ext uri="{FF2B5EF4-FFF2-40B4-BE49-F238E27FC236}">
                    <a16:creationId xmlns:a16="http://schemas.microsoft.com/office/drawing/2014/main" id="{E7969674-8AC9-3FEA-54DF-53292B472AD1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88" name="Textfeld 187">
                <a:extLst>
                  <a:ext uri="{FF2B5EF4-FFF2-40B4-BE49-F238E27FC236}">
                    <a16:creationId xmlns:a16="http://schemas.microsoft.com/office/drawing/2014/main" id="{8DF151F0-D3E0-4B25-EE05-868ABAF00C82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89" name="Textfeld 188">
                <a:extLst>
                  <a:ext uri="{FF2B5EF4-FFF2-40B4-BE49-F238E27FC236}">
                    <a16:creationId xmlns:a16="http://schemas.microsoft.com/office/drawing/2014/main" id="{A2F7BDCE-47C3-CF0A-308C-38A0B0E3EE90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90" name="Textfeld 189">
                <a:extLst>
                  <a:ext uri="{FF2B5EF4-FFF2-40B4-BE49-F238E27FC236}">
                    <a16:creationId xmlns:a16="http://schemas.microsoft.com/office/drawing/2014/main" id="{95F8CC67-9738-037E-6745-C544F25C10B6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91" name="Textfeld 190">
                <a:extLst>
                  <a:ext uri="{FF2B5EF4-FFF2-40B4-BE49-F238E27FC236}">
                    <a16:creationId xmlns:a16="http://schemas.microsoft.com/office/drawing/2014/main" id="{50A5E51F-5524-1FC2-097F-843256E034D1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92" name="Textfeld 191">
                <a:extLst>
                  <a:ext uri="{FF2B5EF4-FFF2-40B4-BE49-F238E27FC236}">
                    <a16:creationId xmlns:a16="http://schemas.microsoft.com/office/drawing/2014/main" id="{B86DE45B-E5AB-D7F1-6B42-90EB9F886853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93" name="Textfeld 192">
                <a:extLst>
                  <a:ext uri="{FF2B5EF4-FFF2-40B4-BE49-F238E27FC236}">
                    <a16:creationId xmlns:a16="http://schemas.microsoft.com/office/drawing/2014/main" id="{E41D79D3-7736-3C0C-770C-C504C7B1F13E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94" name="Textfeld 193">
                <a:extLst>
                  <a:ext uri="{FF2B5EF4-FFF2-40B4-BE49-F238E27FC236}">
                    <a16:creationId xmlns:a16="http://schemas.microsoft.com/office/drawing/2014/main" id="{651800E7-D4B8-4853-3F13-5B957710B300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195" name="Textfeld 194">
                <a:extLst>
                  <a:ext uri="{FF2B5EF4-FFF2-40B4-BE49-F238E27FC236}">
                    <a16:creationId xmlns:a16="http://schemas.microsoft.com/office/drawing/2014/main" id="{BE0CBDC6-911A-51CE-9A71-7D9CC1E3C703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C52C7492-7066-19B2-E1C8-0596EA1AE4A4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197" name="Textfeld 196">
                <a:extLst>
                  <a:ext uri="{FF2B5EF4-FFF2-40B4-BE49-F238E27FC236}">
                    <a16:creationId xmlns:a16="http://schemas.microsoft.com/office/drawing/2014/main" id="{224FF306-BC26-8AF2-D5F3-902E23D790C8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93C38BC4-85FE-B6AE-CD13-005DC3A9E177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199" name="Textfeld 198">
                <a:extLst>
                  <a:ext uri="{FF2B5EF4-FFF2-40B4-BE49-F238E27FC236}">
                    <a16:creationId xmlns:a16="http://schemas.microsoft.com/office/drawing/2014/main" id="{7AF7A357-0081-3631-8D9C-CB5C3F5BCA47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00" name="Textfeld 199">
                <a:extLst>
                  <a:ext uri="{FF2B5EF4-FFF2-40B4-BE49-F238E27FC236}">
                    <a16:creationId xmlns:a16="http://schemas.microsoft.com/office/drawing/2014/main" id="{3B8BDBCA-84CA-A69F-45D9-4C141EB815A7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01" name="Textfeld 200">
                <a:extLst>
                  <a:ext uri="{FF2B5EF4-FFF2-40B4-BE49-F238E27FC236}">
                    <a16:creationId xmlns:a16="http://schemas.microsoft.com/office/drawing/2014/main" id="{91ABE326-2A83-3272-1027-993957EA24E6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202" name="Textfeld 201">
                <a:extLst>
                  <a:ext uri="{FF2B5EF4-FFF2-40B4-BE49-F238E27FC236}">
                    <a16:creationId xmlns:a16="http://schemas.microsoft.com/office/drawing/2014/main" id="{A813AC82-BB11-ED47-6690-E73B639C16C4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9360A66C-9A40-1D67-29B4-BFE49EA11DF3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E59D3C70-DC45-3B1E-E740-E52E33A44DF5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05" name="Textfeld 204">
                <a:extLst>
                  <a:ext uri="{FF2B5EF4-FFF2-40B4-BE49-F238E27FC236}">
                    <a16:creationId xmlns:a16="http://schemas.microsoft.com/office/drawing/2014/main" id="{9CC820CF-B3AC-08EA-88AE-BDBC980FF60F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06" name="Textfeld 205">
                <a:extLst>
                  <a:ext uri="{FF2B5EF4-FFF2-40B4-BE49-F238E27FC236}">
                    <a16:creationId xmlns:a16="http://schemas.microsoft.com/office/drawing/2014/main" id="{62C1CC3A-F661-C269-5509-0BA15315FF5D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07" name="Textfeld 206">
                <a:extLst>
                  <a:ext uri="{FF2B5EF4-FFF2-40B4-BE49-F238E27FC236}">
                    <a16:creationId xmlns:a16="http://schemas.microsoft.com/office/drawing/2014/main" id="{9422F434-7A61-6DEB-35CD-9595374DD575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08" name="Textfeld 207">
                <a:extLst>
                  <a:ext uri="{FF2B5EF4-FFF2-40B4-BE49-F238E27FC236}">
                    <a16:creationId xmlns:a16="http://schemas.microsoft.com/office/drawing/2014/main" id="{4346467C-A0F8-4706-6FB4-917ACC73E01E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09" name="Textfeld 208">
                <a:extLst>
                  <a:ext uri="{FF2B5EF4-FFF2-40B4-BE49-F238E27FC236}">
                    <a16:creationId xmlns:a16="http://schemas.microsoft.com/office/drawing/2014/main" id="{9E48E69F-F45C-C0A7-3CBE-46FDFFA35F4D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112" name="Gruppieren 111">
              <a:extLst>
                <a:ext uri="{FF2B5EF4-FFF2-40B4-BE49-F238E27FC236}">
                  <a16:creationId xmlns:a16="http://schemas.microsoft.com/office/drawing/2014/main" id="{9F412C61-63A7-5A40-D766-AB7ECF66FBB2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113" name="Rechteck 112">
                <a:extLst>
                  <a:ext uri="{FF2B5EF4-FFF2-40B4-BE49-F238E27FC236}">
                    <a16:creationId xmlns:a16="http://schemas.microsoft.com/office/drawing/2014/main" id="{008A7213-D127-5C23-D697-A1FE623B87AA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Rechteck 113">
                <a:extLst>
                  <a:ext uri="{FF2B5EF4-FFF2-40B4-BE49-F238E27FC236}">
                    <a16:creationId xmlns:a16="http://schemas.microsoft.com/office/drawing/2014/main" id="{8B991BE2-B187-D057-8F15-991CDF7140DC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hteck 114">
                <a:extLst>
                  <a:ext uri="{FF2B5EF4-FFF2-40B4-BE49-F238E27FC236}">
                    <a16:creationId xmlns:a16="http://schemas.microsoft.com/office/drawing/2014/main" id="{0E431763-3939-7987-E7F6-DCA3F7DA9E51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Rechteck 115">
                <a:extLst>
                  <a:ext uri="{FF2B5EF4-FFF2-40B4-BE49-F238E27FC236}">
                    <a16:creationId xmlns:a16="http://schemas.microsoft.com/office/drawing/2014/main" id="{19C5AF67-75E4-7010-9FAE-5D0D460F0FC3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hteck 116">
                <a:extLst>
                  <a:ext uri="{FF2B5EF4-FFF2-40B4-BE49-F238E27FC236}">
                    <a16:creationId xmlns:a16="http://schemas.microsoft.com/office/drawing/2014/main" id="{3A5AF9FF-CD0A-5654-6FF5-8F984A56B384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hteck 117">
                <a:extLst>
                  <a:ext uri="{FF2B5EF4-FFF2-40B4-BE49-F238E27FC236}">
                    <a16:creationId xmlns:a16="http://schemas.microsoft.com/office/drawing/2014/main" id="{FA8E81F0-3015-7010-937E-D0D1BA5263B4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hteck 118">
                <a:extLst>
                  <a:ext uri="{FF2B5EF4-FFF2-40B4-BE49-F238E27FC236}">
                    <a16:creationId xmlns:a16="http://schemas.microsoft.com/office/drawing/2014/main" id="{28BCE1AF-78D0-C292-4EBA-1FBAE73DA843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hteck 119">
                <a:extLst>
                  <a:ext uri="{FF2B5EF4-FFF2-40B4-BE49-F238E27FC236}">
                    <a16:creationId xmlns:a16="http://schemas.microsoft.com/office/drawing/2014/main" id="{45AC264F-1D42-4CC4-111C-8368101967E9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hteck 120">
                <a:extLst>
                  <a:ext uri="{FF2B5EF4-FFF2-40B4-BE49-F238E27FC236}">
                    <a16:creationId xmlns:a16="http://schemas.microsoft.com/office/drawing/2014/main" id="{2094E70E-D4BC-C5E6-098F-1B241C26F813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3D166A6C-DD8D-3BCB-8097-D7522C44CD8A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hteck 122">
                <a:extLst>
                  <a:ext uri="{FF2B5EF4-FFF2-40B4-BE49-F238E27FC236}">
                    <a16:creationId xmlns:a16="http://schemas.microsoft.com/office/drawing/2014/main" id="{DE26C443-A394-2884-9908-DAD5210D8931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18B134AA-4AA8-B9DF-749B-7DEAF30842EC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2722E471-0AD9-2A9F-7612-FF8EF94936A8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hteck 125">
                <a:extLst>
                  <a:ext uri="{FF2B5EF4-FFF2-40B4-BE49-F238E27FC236}">
                    <a16:creationId xmlns:a16="http://schemas.microsoft.com/office/drawing/2014/main" id="{6B8F1F39-EBA9-F5B1-AAE6-A5D6A999CFEA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CC6F66DE-19CB-CE7F-5CC3-952EBC373F53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hteck 127">
                <a:extLst>
                  <a:ext uri="{FF2B5EF4-FFF2-40B4-BE49-F238E27FC236}">
                    <a16:creationId xmlns:a16="http://schemas.microsoft.com/office/drawing/2014/main" id="{D56FB6EF-DAE5-6919-1A7E-3788ADC1B599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hteck 128">
                <a:extLst>
                  <a:ext uri="{FF2B5EF4-FFF2-40B4-BE49-F238E27FC236}">
                    <a16:creationId xmlns:a16="http://schemas.microsoft.com/office/drawing/2014/main" id="{6E5696B9-5D21-A74C-00A8-F89618F246BD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hteck 129">
                <a:extLst>
                  <a:ext uri="{FF2B5EF4-FFF2-40B4-BE49-F238E27FC236}">
                    <a16:creationId xmlns:a16="http://schemas.microsoft.com/office/drawing/2014/main" id="{CBA866B2-1F42-D5A7-A712-D271E871A4E2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hteck 130">
                <a:extLst>
                  <a:ext uri="{FF2B5EF4-FFF2-40B4-BE49-F238E27FC236}">
                    <a16:creationId xmlns:a16="http://schemas.microsoft.com/office/drawing/2014/main" id="{257A1DE6-2070-5127-3402-5AB17B5F2D56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117E2719-1A97-C82F-C2BD-05C83A36E616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1FAF6184-23FB-CC42-1564-B3BC8AE8A4FC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8EF11D87-9949-76B8-13F2-04D09EEA3216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hteck 134">
                <a:extLst>
                  <a:ext uri="{FF2B5EF4-FFF2-40B4-BE49-F238E27FC236}">
                    <a16:creationId xmlns:a16="http://schemas.microsoft.com/office/drawing/2014/main" id="{33A21EAD-BD2C-637D-E278-BB498DEBE95B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hteck 135">
                <a:extLst>
                  <a:ext uri="{FF2B5EF4-FFF2-40B4-BE49-F238E27FC236}">
                    <a16:creationId xmlns:a16="http://schemas.microsoft.com/office/drawing/2014/main" id="{71C5E062-3E9E-4FF3-D67D-665CDF35D7EE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hteck 136">
                <a:extLst>
                  <a:ext uri="{FF2B5EF4-FFF2-40B4-BE49-F238E27FC236}">
                    <a16:creationId xmlns:a16="http://schemas.microsoft.com/office/drawing/2014/main" id="{740581D1-38BD-85D8-B060-4028A3C0D547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hteck 137">
                <a:extLst>
                  <a:ext uri="{FF2B5EF4-FFF2-40B4-BE49-F238E27FC236}">
                    <a16:creationId xmlns:a16="http://schemas.microsoft.com/office/drawing/2014/main" id="{CD3124B8-4892-66D7-FE9D-D63D5790E663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hteck 138">
                <a:extLst>
                  <a:ext uri="{FF2B5EF4-FFF2-40B4-BE49-F238E27FC236}">
                    <a16:creationId xmlns:a16="http://schemas.microsoft.com/office/drawing/2014/main" id="{CF37B131-DCBA-3D95-8579-80FF6F30596A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hteck 139">
                <a:extLst>
                  <a:ext uri="{FF2B5EF4-FFF2-40B4-BE49-F238E27FC236}">
                    <a16:creationId xmlns:a16="http://schemas.microsoft.com/office/drawing/2014/main" id="{9CDFA14F-37C2-5857-A674-EF7467CF095B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hteck 140">
                <a:extLst>
                  <a:ext uri="{FF2B5EF4-FFF2-40B4-BE49-F238E27FC236}">
                    <a16:creationId xmlns:a16="http://schemas.microsoft.com/office/drawing/2014/main" id="{CB22F688-041D-0AB3-6AA4-97DB3A78AD38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hteck 141">
                <a:extLst>
                  <a:ext uri="{FF2B5EF4-FFF2-40B4-BE49-F238E27FC236}">
                    <a16:creationId xmlns:a16="http://schemas.microsoft.com/office/drawing/2014/main" id="{61511595-0A59-884B-B223-8480330F1F87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hteck 142">
                <a:extLst>
                  <a:ext uri="{FF2B5EF4-FFF2-40B4-BE49-F238E27FC236}">
                    <a16:creationId xmlns:a16="http://schemas.microsoft.com/office/drawing/2014/main" id="{2FAA3393-D885-5696-EDA7-C312427633C4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hteck 143">
                <a:extLst>
                  <a:ext uri="{FF2B5EF4-FFF2-40B4-BE49-F238E27FC236}">
                    <a16:creationId xmlns:a16="http://schemas.microsoft.com/office/drawing/2014/main" id="{4619A052-B26D-D9C9-5329-EBBECC63BEC4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72E9E07C-0EE3-2D9C-75ED-BA1C1A3581F9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hteck 145">
                <a:extLst>
                  <a:ext uri="{FF2B5EF4-FFF2-40B4-BE49-F238E27FC236}">
                    <a16:creationId xmlns:a16="http://schemas.microsoft.com/office/drawing/2014/main" id="{154161D3-9D35-3354-6639-0C9D7F6C121A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hteck 146">
                <a:extLst>
                  <a:ext uri="{FF2B5EF4-FFF2-40B4-BE49-F238E27FC236}">
                    <a16:creationId xmlns:a16="http://schemas.microsoft.com/office/drawing/2014/main" id="{C3F56534-00AE-7D63-E089-9608ABA58D85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hteck 147">
                <a:extLst>
                  <a:ext uri="{FF2B5EF4-FFF2-40B4-BE49-F238E27FC236}">
                    <a16:creationId xmlns:a16="http://schemas.microsoft.com/office/drawing/2014/main" id="{7A6A08D0-8538-F06A-00AF-7FFCAFD78886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hteck 148">
                <a:extLst>
                  <a:ext uri="{FF2B5EF4-FFF2-40B4-BE49-F238E27FC236}">
                    <a16:creationId xmlns:a16="http://schemas.microsoft.com/office/drawing/2014/main" id="{AF55944F-9398-94EE-B864-C656DAC58C55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hteck 149">
                <a:extLst>
                  <a:ext uri="{FF2B5EF4-FFF2-40B4-BE49-F238E27FC236}">
                    <a16:creationId xmlns:a16="http://schemas.microsoft.com/office/drawing/2014/main" id="{06389BE1-B4CB-625A-5B2B-83BD91BC87F1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hteck 150">
                <a:extLst>
                  <a:ext uri="{FF2B5EF4-FFF2-40B4-BE49-F238E27FC236}">
                    <a16:creationId xmlns:a16="http://schemas.microsoft.com/office/drawing/2014/main" id="{EF6B6CBA-45C6-3E27-A270-45277D5D5EC5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hteck 151">
                <a:extLst>
                  <a:ext uri="{FF2B5EF4-FFF2-40B4-BE49-F238E27FC236}">
                    <a16:creationId xmlns:a16="http://schemas.microsoft.com/office/drawing/2014/main" id="{0B8D8EFA-BA9B-0C18-818A-7C6AAF7D8F99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hteck 152">
                <a:extLst>
                  <a:ext uri="{FF2B5EF4-FFF2-40B4-BE49-F238E27FC236}">
                    <a16:creationId xmlns:a16="http://schemas.microsoft.com/office/drawing/2014/main" id="{D2AA5EAC-B798-2E72-E236-B9E84A368C21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hteck 153">
                <a:extLst>
                  <a:ext uri="{FF2B5EF4-FFF2-40B4-BE49-F238E27FC236}">
                    <a16:creationId xmlns:a16="http://schemas.microsoft.com/office/drawing/2014/main" id="{455B3496-7538-39F8-322C-A3ADF7BBE4EB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hteck 154">
                <a:extLst>
                  <a:ext uri="{FF2B5EF4-FFF2-40B4-BE49-F238E27FC236}">
                    <a16:creationId xmlns:a16="http://schemas.microsoft.com/office/drawing/2014/main" id="{03AC833E-453E-503D-AE82-6895150364E9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hteck 155">
                <a:extLst>
                  <a:ext uri="{FF2B5EF4-FFF2-40B4-BE49-F238E27FC236}">
                    <a16:creationId xmlns:a16="http://schemas.microsoft.com/office/drawing/2014/main" id="{953133D2-13B9-8359-EEEB-D021F66F5039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hteck 156">
                <a:extLst>
                  <a:ext uri="{FF2B5EF4-FFF2-40B4-BE49-F238E27FC236}">
                    <a16:creationId xmlns:a16="http://schemas.microsoft.com/office/drawing/2014/main" id="{74365B53-57CA-2E42-7766-1917BD08BC87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hteck 157">
                <a:extLst>
                  <a:ext uri="{FF2B5EF4-FFF2-40B4-BE49-F238E27FC236}">
                    <a16:creationId xmlns:a16="http://schemas.microsoft.com/office/drawing/2014/main" id="{C389FABF-3569-AE99-140C-EDBE3322C81D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hteck 158">
                <a:extLst>
                  <a:ext uri="{FF2B5EF4-FFF2-40B4-BE49-F238E27FC236}">
                    <a16:creationId xmlns:a16="http://schemas.microsoft.com/office/drawing/2014/main" id="{F77D9811-8CC5-13C7-8E8C-57CA9FAF22D5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hteck 159">
                <a:extLst>
                  <a:ext uri="{FF2B5EF4-FFF2-40B4-BE49-F238E27FC236}">
                    <a16:creationId xmlns:a16="http://schemas.microsoft.com/office/drawing/2014/main" id="{FD1751AE-E670-9934-6D94-D8CE9F3AB463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hteck 160">
                <a:extLst>
                  <a:ext uri="{FF2B5EF4-FFF2-40B4-BE49-F238E27FC236}">
                    <a16:creationId xmlns:a16="http://schemas.microsoft.com/office/drawing/2014/main" id="{162AD6B4-1ED0-8390-4F1A-8818978FF1C5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hteck 161">
                <a:extLst>
                  <a:ext uri="{FF2B5EF4-FFF2-40B4-BE49-F238E27FC236}">
                    <a16:creationId xmlns:a16="http://schemas.microsoft.com/office/drawing/2014/main" id="{0478912B-9AAD-F4C1-0E11-07D9D40D5AAE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hteck 162">
                <a:extLst>
                  <a:ext uri="{FF2B5EF4-FFF2-40B4-BE49-F238E27FC236}">
                    <a16:creationId xmlns:a16="http://schemas.microsoft.com/office/drawing/2014/main" id="{1ADD3EF8-D99F-74D6-C805-6B0FAC22B0A6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hteck 163">
                <a:extLst>
                  <a:ext uri="{FF2B5EF4-FFF2-40B4-BE49-F238E27FC236}">
                    <a16:creationId xmlns:a16="http://schemas.microsoft.com/office/drawing/2014/main" id="{BE2F5DA0-726E-2F9C-D0DB-8BFD367E759F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hteck 164">
                <a:extLst>
                  <a:ext uri="{FF2B5EF4-FFF2-40B4-BE49-F238E27FC236}">
                    <a16:creationId xmlns:a16="http://schemas.microsoft.com/office/drawing/2014/main" id="{BEB54114-A657-DB97-F85D-3782EEB40C46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hteck 165">
                <a:extLst>
                  <a:ext uri="{FF2B5EF4-FFF2-40B4-BE49-F238E27FC236}">
                    <a16:creationId xmlns:a16="http://schemas.microsoft.com/office/drawing/2014/main" id="{76221EDC-AF99-C6BB-78BE-8E06D87ED432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hteck 166">
                <a:extLst>
                  <a:ext uri="{FF2B5EF4-FFF2-40B4-BE49-F238E27FC236}">
                    <a16:creationId xmlns:a16="http://schemas.microsoft.com/office/drawing/2014/main" id="{9A6CA4E5-7478-C4FD-AC0F-89A45266CBF1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hteck 167">
                <a:extLst>
                  <a:ext uri="{FF2B5EF4-FFF2-40B4-BE49-F238E27FC236}">
                    <a16:creationId xmlns:a16="http://schemas.microsoft.com/office/drawing/2014/main" id="{920C7BAF-B89D-E51F-DE7A-6B6102CCA0B2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hteck 168">
                <a:extLst>
                  <a:ext uri="{FF2B5EF4-FFF2-40B4-BE49-F238E27FC236}">
                    <a16:creationId xmlns:a16="http://schemas.microsoft.com/office/drawing/2014/main" id="{ADAC24D0-7F58-131D-A15F-9B89468CD88E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hteck 169">
                <a:extLst>
                  <a:ext uri="{FF2B5EF4-FFF2-40B4-BE49-F238E27FC236}">
                    <a16:creationId xmlns:a16="http://schemas.microsoft.com/office/drawing/2014/main" id="{98BE7773-25CC-ECCE-2CF6-1C506E6512B7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hteck 170">
                <a:extLst>
                  <a:ext uri="{FF2B5EF4-FFF2-40B4-BE49-F238E27FC236}">
                    <a16:creationId xmlns:a16="http://schemas.microsoft.com/office/drawing/2014/main" id="{1F56F8F3-E50B-AC83-FEA1-C8E96687019F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hteck 171">
                <a:extLst>
                  <a:ext uri="{FF2B5EF4-FFF2-40B4-BE49-F238E27FC236}">
                    <a16:creationId xmlns:a16="http://schemas.microsoft.com/office/drawing/2014/main" id="{ECDAE7D8-F05E-A0B9-BD51-164A24B08B0F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hteck 172">
                <a:extLst>
                  <a:ext uri="{FF2B5EF4-FFF2-40B4-BE49-F238E27FC236}">
                    <a16:creationId xmlns:a16="http://schemas.microsoft.com/office/drawing/2014/main" id="{2D8E9691-9AF3-2F7E-6F39-97E568CD213E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hteck 173">
                <a:extLst>
                  <a:ext uri="{FF2B5EF4-FFF2-40B4-BE49-F238E27FC236}">
                    <a16:creationId xmlns:a16="http://schemas.microsoft.com/office/drawing/2014/main" id="{D3089BBD-7C66-F9B8-1903-7CAAD1916FD4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hteck 174">
                <a:extLst>
                  <a:ext uri="{FF2B5EF4-FFF2-40B4-BE49-F238E27FC236}">
                    <a16:creationId xmlns:a16="http://schemas.microsoft.com/office/drawing/2014/main" id="{97DC3A50-38D4-40BD-F743-AA34FD51089F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hteck 175">
                <a:extLst>
                  <a:ext uri="{FF2B5EF4-FFF2-40B4-BE49-F238E27FC236}">
                    <a16:creationId xmlns:a16="http://schemas.microsoft.com/office/drawing/2014/main" id="{F7187054-2407-FD38-9C61-C4B09D00FAB8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0" name="Textfeld 209">
            <a:extLst>
              <a:ext uri="{FF2B5EF4-FFF2-40B4-BE49-F238E27FC236}">
                <a16:creationId xmlns:a16="http://schemas.microsoft.com/office/drawing/2014/main" id="{1DCB172F-E9C1-7D1D-F31F-591B39C4A461}"/>
              </a:ext>
            </a:extLst>
          </p:cNvPr>
          <p:cNvSpPr txBox="1"/>
          <p:nvPr/>
        </p:nvSpPr>
        <p:spPr>
          <a:xfrm>
            <a:off x="-3814599" y="-1926085"/>
            <a:ext cx="2280000" cy="227794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sp>
        <p:nvSpPr>
          <p:cNvPr id="211" name="Textfeld 210">
            <a:extLst>
              <a:ext uri="{FF2B5EF4-FFF2-40B4-BE49-F238E27FC236}">
                <a16:creationId xmlns:a16="http://schemas.microsoft.com/office/drawing/2014/main" id="{21B59F39-3506-FDB5-81B9-9E3CB36FFAA6}"/>
              </a:ext>
            </a:extLst>
          </p:cNvPr>
          <p:cNvSpPr txBox="1"/>
          <p:nvPr/>
        </p:nvSpPr>
        <p:spPr>
          <a:xfrm>
            <a:off x="9870840" y="2620591"/>
            <a:ext cx="2280000" cy="227241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grpSp>
        <p:nvGrpSpPr>
          <p:cNvPr id="219" name="Gruppieren 218">
            <a:extLst>
              <a:ext uri="{FF2B5EF4-FFF2-40B4-BE49-F238E27FC236}">
                <a16:creationId xmlns:a16="http://schemas.microsoft.com/office/drawing/2014/main" id="{084FC92B-6652-D7FF-82EB-BD06CA802355}"/>
              </a:ext>
            </a:extLst>
          </p:cNvPr>
          <p:cNvGrpSpPr/>
          <p:nvPr/>
        </p:nvGrpSpPr>
        <p:grpSpPr>
          <a:xfrm>
            <a:off x="231296" y="543911"/>
            <a:ext cx="9359997" cy="6120000"/>
            <a:chOff x="231296" y="543911"/>
            <a:chExt cx="9359997" cy="6120000"/>
          </a:xfrm>
        </p:grpSpPr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885805EF-14A1-C20C-F608-9A7982BB4600}"/>
                </a:ext>
              </a:extLst>
            </p:cNvPr>
            <p:cNvGrpSpPr/>
            <p:nvPr/>
          </p:nvGrpSpPr>
          <p:grpSpPr>
            <a:xfrm>
              <a:off x="231296" y="543911"/>
              <a:ext cx="9359997" cy="6120000"/>
              <a:chOff x="5276538" y="569626"/>
              <a:chExt cx="6535711" cy="5960379"/>
            </a:xfrm>
          </p:grpSpPr>
          <p:sp>
            <p:nvSpPr>
              <p:cNvPr id="104" name="Abgerundetes Rechteck 103">
                <a:extLst>
                  <a:ext uri="{FF2B5EF4-FFF2-40B4-BE49-F238E27FC236}">
                    <a16:creationId xmlns:a16="http://schemas.microsoft.com/office/drawing/2014/main" id="{ABE31D8D-DA06-F918-DBA7-360DF1806068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CAFC9AA8-6A61-6C56-8380-90827FB6EE67}"/>
                  </a:ext>
                </a:extLst>
              </p:cNvPr>
              <p:cNvSpPr txBox="1"/>
              <p:nvPr/>
            </p:nvSpPr>
            <p:spPr>
              <a:xfrm>
                <a:off x="7187783" y="805048"/>
                <a:ext cx="2713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Reward Shaping</a:t>
                </a:r>
              </a:p>
            </p:txBody>
          </p:sp>
        </p:grpSp>
        <p:pic>
          <p:nvPicPr>
            <p:cNvPr id="218" name="Grafik 217">
              <a:extLst>
                <a:ext uri="{FF2B5EF4-FFF2-40B4-BE49-F238E27FC236}">
                  <a16:creationId xmlns:a16="http://schemas.microsoft.com/office/drawing/2014/main" id="{3864B80E-62D0-1337-72B9-E61D35BD1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5093" y="1587254"/>
              <a:ext cx="7772400" cy="43390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1924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F298B867-9A9C-F68F-D634-DA4EFF16D32A}"/>
              </a:ext>
            </a:extLst>
          </p:cNvPr>
          <p:cNvGrpSpPr/>
          <p:nvPr/>
        </p:nvGrpSpPr>
        <p:grpSpPr>
          <a:xfrm>
            <a:off x="-7229160" y="-7639409"/>
            <a:ext cx="20520000" cy="20520000"/>
            <a:chOff x="2856000" y="183168"/>
            <a:chExt cx="6480000" cy="6485832"/>
          </a:xfrm>
        </p:grpSpPr>
        <p:grpSp>
          <p:nvGrpSpPr>
            <p:cNvPr id="112" name="Gruppieren 111">
              <a:extLst>
                <a:ext uri="{FF2B5EF4-FFF2-40B4-BE49-F238E27FC236}">
                  <a16:creationId xmlns:a16="http://schemas.microsoft.com/office/drawing/2014/main" id="{321144AB-1845-3DD5-F8CC-3B0476D47C80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182" name="Rechteck 181">
                <a:extLst>
                  <a:ext uri="{FF2B5EF4-FFF2-40B4-BE49-F238E27FC236}">
                    <a16:creationId xmlns:a16="http://schemas.microsoft.com/office/drawing/2014/main" id="{1E88931C-93AD-CBC2-6CF8-A911A8E7A9E5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3" name="Textfeld 182">
                <a:extLst>
                  <a:ext uri="{FF2B5EF4-FFF2-40B4-BE49-F238E27FC236}">
                    <a16:creationId xmlns:a16="http://schemas.microsoft.com/office/drawing/2014/main" id="{33E31854-996B-699A-8926-A706F532752E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84" name="Textfeld 183">
                <a:extLst>
                  <a:ext uri="{FF2B5EF4-FFF2-40B4-BE49-F238E27FC236}">
                    <a16:creationId xmlns:a16="http://schemas.microsoft.com/office/drawing/2014/main" id="{3746F00F-B7F4-3284-CA40-D4E1083776DE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85" name="Textfeld 184">
                <a:extLst>
                  <a:ext uri="{FF2B5EF4-FFF2-40B4-BE49-F238E27FC236}">
                    <a16:creationId xmlns:a16="http://schemas.microsoft.com/office/drawing/2014/main" id="{A79B4014-D37E-016C-B95B-D931662B1B4A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86" name="Textfeld 185">
                <a:extLst>
                  <a:ext uri="{FF2B5EF4-FFF2-40B4-BE49-F238E27FC236}">
                    <a16:creationId xmlns:a16="http://schemas.microsoft.com/office/drawing/2014/main" id="{E017BF5B-A92C-9D3D-9976-C3B518F2A3B1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87" name="Textfeld 186">
                <a:extLst>
                  <a:ext uri="{FF2B5EF4-FFF2-40B4-BE49-F238E27FC236}">
                    <a16:creationId xmlns:a16="http://schemas.microsoft.com/office/drawing/2014/main" id="{2ADCA6AB-EA4F-01E0-BA5E-303969ADE099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88" name="Textfeld 187">
                <a:extLst>
                  <a:ext uri="{FF2B5EF4-FFF2-40B4-BE49-F238E27FC236}">
                    <a16:creationId xmlns:a16="http://schemas.microsoft.com/office/drawing/2014/main" id="{1C143254-E5E4-442E-3A4A-702795EF688C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89" name="Textfeld 188">
                <a:extLst>
                  <a:ext uri="{FF2B5EF4-FFF2-40B4-BE49-F238E27FC236}">
                    <a16:creationId xmlns:a16="http://schemas.microsoft.com/office/drawing/2014/main" id="{78F1BF73-9FB0-DA7E-B2AE-75DCE48186C6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90" name="Textfeld 189">
                <a:extLst>
                  <a:ext uri="{FF2B5EF4-FFF2-40B4-BE49-F238E27FC236}">
                    <a16:creationId xmlns:a16="http://schemas.microsoft.com/office/drawing/2014/main" id="{8C281329-D59E-7B2F-524D-06C6A416CD84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91" name="Textfeld 190">
                <a:extLst>
                  <a:ext uri="{FF2B5EF4-FFF2-40B4-BE49-F238E27FC236}">
                    <a16:creationId xmlns:a16="http://schemas.microsoft.com/office/drawing/2014/main" id="{337500B1-12B2-7DB0-DF7D-BBA752C02C87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92" name="Textfeld 191">
                <a:extLst>
                  <a:ext uri="{FF2B5EF4-FFF2-40B4-BE49-F238E27FC236}">
                    <a16:creationId xmlns:a16="http://schemas.microsoft.com/office/drawing/2014/main" id="{75ABF68A-4B91-0B08-29BA-3D4B5DC9F4BC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93" name="Textfeld 192">
                <a:extLst>
                  <a:ext uri="{FF2B5EF4-FFF2-40B4-BE49-F238E27FC236}">
                    <a16:creationId xmlns:a16="http://schemas.microsoft.com/office/drawing/2014/main" id="{BAFB88C2-0A3E-0006-BE7D-21C3B6986440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94" name="Textfeld 193">
                <a:extLst>
                  <a:ext uri="{FF2B5EF4-FFF2-40B4-BE49-F238E27FC236}">
                    <a16:creationId xmlns:a16="http://schemas.microsoft.com/office/drawing/2014/main" id="{CF899C4F-A82C-25D9-BD59-C980FAC9A94B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95" name="Textfeld 194">
                <a:extLst>
                  <a:ext uri="{FF2B5EF4-FFF2-40B4-BE49-F238E27FC236}">
                    <a16:creationId xmlns:a16="http://schemas.microsoft.com/office/drawing/2014/main" id="{B6B2FB1B-9C49-1425-3434-32C3CC805F0D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1F592F95-01FF-CA54-7D51-BC8C22C7BD06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97" name="Textfeld 196">
                <a:extLst>
                  <a:ext uri="{FF2B5EF4-FFF2-40B4-BE49-F238E27FC236}">
                    <a16:creationId xmlns:a16="http://schemas.microsoft.com/office/drawing/2014/main" id="{1497E6E7-6FC6-88EE-2043-06082AF2E849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0957FA77-DC72-7359-4E2C-2826F157EB29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99" name="Textfeld 198">
                <a:extLst>
                  <a:ext uri="{FF2B5EF4-FFF2-40B4-BE49-F238E27FC236}">
                    <a16:creationId xmlns:a16="http://schemas.microsoft.com/office/drawing/2014/main" id="{B8A30577-5C81-D4F2-74EC-CB1F0163E2B4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200" name="Textfeld 199">
                <a:extLst>
                  <a:ext uri="{FF2B5EF4-FFF2-40B4-BE49-F238E27FC236}">
                    <a16:creationId xmlns:a16="http://schemas.microsoft.com/office/drawing/2014/main" id="{23EBB305-91EA-6BA4-C831-74F5ADAAFEF5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01" name="Textfeld 200">
                <a:extLst>
                  <a:ext uri="{FF2B5EF4-FFF2-40B4-BE49-F238E27FC236}">
                    <a16:creationId xmlns:a16="http://schemas.microsoft.com/office/drawing/2014/main" id="{C496AB14-5902-AFF1-818D-1E56183FD5E5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02" name="Textfeld 201">
                <a:extLst>
                  <a:ext uri="{FF2B5EF4-FFF2-40B4-BE49-F238E27FC236}">
                    <a16:creationId xmlns:a16="http://schemas.microsoft.com/office/drawing/2014/main" id="{7D5E811E-1D07-0CE8-F923-D28D82595C88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7640545C-09AB-8C10-BE8A-04CA6E2002C4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92670FFB-6C3E-1A99-2BA2-BABCCE22443F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05" name="Textfeld 204">
                <a:extLst>
                  <a:ext uri="{FF2B5EF4-FFF2-40B4-BE49-F238E27FC236}">
                    <a16:creationId xmlns:a16="http://schemas.microsoft.com/office/drawing/2014/main" id="{6B8FCF67-24D0-04A4-08AD-5A944084FBA3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06" name="Textfeld 205">
                <a:extLst>
                  <a:ext uri="{FF2B5EF4-FFF2-40B4-BE49-F238E27FC236}">
                    <a16:creationId xmlns:a16="http://schemas.microsoft.com/office/drawing/2014/main" id="{9A91242B-70B1-5BED-E09F-52DAC46790BB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207" name="Textfeld 206">
                <a:extLst>
                  <a:ext uri="{FF2B5EF4-FFF2-40B4-BE49-F238E27FC236}">
                    <a16:creationId xmlns:a16="http://schemas.microsoft.com/office/drawing/2014/main" id="{18E9EACB-D93F-FCBE-9209-EB6261C0D07D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208" name="Textfeld 207">
                <a:extLst>
                  <a:ext uri="{FF2B5EF4-FFF2-40B4-BE49-F238E27FC236}">
                    <a16:creationId xmlns:a16="http://schemas.microsoft.com/office/drawing/2014/main" id="{E0340690-6963-7602-9CC1-80FF112FEC77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09" name="Textfeld 208">
                <a:extLst>
                  <a:ext uri="{FF2B5EF4-FFF2-40B4-BE49-F238E27FC236}">
                    <a16:creationId xmlns:a16="http://schemas.microsoft.com/office/drawing/2014/main" id="{FE4F6377-5A6D-20A0-BB5B-192AD732E891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10" name="Textfeld 209">
                <a:extLst>
                  <a:ext uri="{FF2B5EF4-FFF2-40B4-BE49-F238E27FC236}">
                    <a16:creationId xmlns:a16="http://schemas.microsoft.com/office/drawing/2014/main" id="{FAB1F827-F665-564D-FD86-3C454EDAB501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11" name="Textfeld 210">
                <a:extLst>
                  <a:ext uri="{FF2B5EF4-FFF2-40B4-BE49-F238E27FC236}">
                    <a16:creationId xmlns:a16="http://schemas.microsoft.com/office/drawing/2014/main" id="{37C0EDD6-9A3D-A57F-0ACC-5F46D190F9CE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12" name="Textfeld 211">
                <a:extLst>
                  <a:ext uri="{FF2B5EF4-FFF2-40B4-BE49-F238E27FC236}">
                    <a16:creationId xmlns:a16="http://schemas.microsoft.com/office/drawing/2014/main" id="{5D9D021E-44FD-3457-59F6-F6A9211DCAC5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13" name="Textfeld 212">
                <a:extLst>
                  <a:ext uri="{FF2B5EF4-FFF2-40B4-BE49-F238E27FC236}">
                    <a16:creationId xmlns:a16="http://schemas.microsoft.com/office/drawing/2014/main" id="{B004DDE3-CC26-C50E-DFE5-5E3AB651D179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14" name="Textfeld 213">
                <a:extLst>
                  <a:ext uri="{FF2B5EF4-FFF2-40B4-BE49-F238E27FC236}">
                    <a16:creationId xmlns:a16="http://schemas.microsoft.com/office/drawing/2014/main" id="{7CB00781-2F0A-8861-D05D-CB3C3BFE9EC1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117" name="Gruppieren 116">
              <a:extLst>
                <a:ext uri="{FF2B5EF4-FFF2-40B4-BE49-F238E27FC236}">
                  <a16:creationId xmlns:a16="http://schemas.microsoft.com/office/drawing/2014/main" id="{FA04A464-72C6-472D-3A9F-8C6DB1D7BA11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118" name="Rechteck 117">
                <a:extLst>
                  <a:ext uri="{FF2B5EF4-FFF2-40B4-BE49-F238E27FC236}">
                    <a16:creationId xmlns:a16="http://schemas.microsoft.com/office/drawing/2014/main" id="{D552DF23-AF9E-4E80-1EED-226C3779D014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hteck 118">
                <a:extLst>
                  <a:ext uri="{FF2B5EF4-FFF2-40B4-BE49-F238E27FC236}">
                    <a16:creationId xmlns:a16="http://schemas.microsoft.com/office/drawing/2014/main" id="{A2AB610B-B116-53A6-7FC2-C429356574D7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hteck 119">
                <a:extLst>
                  <a:ext uri="{FF2B5EF4-FFF2-40B4-BE49-F238E27FC236}">
                    <a16:creationId xmlns:a16="http://schemas.microsoft.com/office/drawing/2014/main" id="{811AAC0A-6DC7-9630-F368-F43C9F6A40F2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hteck 120">
                <a:extLst>
                  <a:ext uri="{FF2B5EF4-FFF2-40B4-BE49-F238E27FC236}">
                    <a16:creationId xmlns:a16="http://schemas.microsoft.com/office/drawing/2014/main" id="{F6C4DF23-4712-C6AB-6EC5-6B0AD6E89A3A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D2C14657-6353-45D4-629B-B66DCBFC6D09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hteck 122">
                <a:extLst>
                  <a:ext uri="{FF2B5EF4-FFF2-40B4-BE49-F238E27FC236}">
                    <a16:creationId xmlns:a16="http://schemas.microsoft.com/office/drawing/2014/main" id="{BDF61A60-1CDD-E657-BA70-EFA745943D76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21A9AC8C-6C8E-4746-8E90-75A51F9FDF1C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F8CD7B46-66A0-7171-80BD-515926028AE9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hteck 125">
                <a:extLst>
                  <a:ext uri="{FF2B5EF4-FFF2-40B4-BE49-F238E27FC236}">
                    <a16:creationId xmlns:a16="http://schemas.microsoft.com/office/drawing/2014/main" id="{86C9763D-2A89-A0ED-8307-D6108976B05F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E9B2456A-DE4F-9144-BCD2-BB9C3279927D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hteck 127">
                <a:extLst>
                  <a:ext uri="{FF2B5EF4-FFF2-40B4-BE49-F238E27FC236}">
                    <a16:creationId xmlns:a16="http://schemas.microsoft.com/office/drawing/2014/main" id="{33EEB410-408B-80FC-3507-EE907DCAE8DF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hteck 128">
                <a:extLst>
                  <a:ext uri="{FF2B5EF4-FFF2-40B4-BE49-F238E27FC236}">
                    <a16:creationId xmlns:a16="http://schemas.microsoft.com/office/drawing/2014/main" id="{059B3F87-F9A6-F84D-1379-E90136FD87DA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hteck 129">
                <a:extLst>
                  <a:ext uri="{FF2B5EF4-FFF2-40B4-BE49-F238E27FC236}">
                    <a16:creationId xmlns:a16="http://schemas.microsoft.com/office/drawing/2014/main" id="{7C0C7C09-A3C6-465A-A201-40B5E54CBB08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hteck 130">
                <a:extLst>
                  <a:ext uri="{FF2B5EF4-FFF2-40B4-BE49-F238E27FC236}">
                    <a16:creationId xmlns:a16="http://schemas.microsoft.com/office/drawing/2014/main" id="{E1A024C9-7ADC-50CB-23F2-13A0FCB53A5E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3F045C2C-84D4-547A-A668-4CA788057C56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C4D9138D-90AC-0C5E-97D0-ED49B7B938C9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6629D57A-9A98-2AF2-8AFA-54FBE3632C3F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hteck 134">
                <a:extLst>
                  <a:ext uri="{FF2B5EF4-FFF2-40B4-BE49-F238E27FC236}">
                    <a16:creationId xmlns:a16="http://schemas.microsoft.com/office/drawing/2014/main" id="{23CF37AD-6EB8-7ADD-32D8-76B355004B70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hteck 135">
                <a:extLst>
                  <a:ext uri="{FF2B5EF4-FFF2-40B4-BE49-F238E27FC236}">
                    <a16:creationId xmlns:a16="http://schemas.microsoft.com/office/drawing/2014/main" id="{39A0A5CC-50D7-B551-AFB5-E856C38DCAF4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hteck 136">
                <a:extLst>
                  <a:ext uri="{FF2B5EF4-FFF2-40B4-BE49-F238E27FC236}">
                    <a16:creationId xmlns:a16="http://schemas.microsoft.com/office/drawing/2014/main" id="{68884B3C-5C65-32AD-60F3-426728B78DF4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hteck 137">
                <a:extLst>
                  <a:ext uri="{FF2B5EF4-FFF2-40B4-BE49-F238E27FC236}">
                    <a16:creationId xmlns:a16="http://schemas.microsoft.com/office/drawing/2014/main" id="{996BF32F-BCD2-958E-AF68-1073F636A700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hteck 138">
                <a:extLst>
                  <a:ext uri="{FF2B5EF4-FFF2-40B4-BE49-F238E27FC236}">
                    <a16:creationId xmlns:a16="http://schemas.microsoft.com/office/drawing/2014/main" id="{C11CDED3-B051-4E9E-BFC8-004AF1F4095E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hteck 139">
                <a:extLst>
                  <a:ext uri="{FF2B5EF4-FFF2-40B4-BE49-F238E27FC236}">
                    <a16:creationId xmlns:a16="http://schemas.microsoft.com/office/drawing/2014/main" id="{95184E0E-7CA6-C1AE-A363-B55B6AA43344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hteck 140">
                <a:extLst>
                  <a:ext uri="{FF2B5EF4-FFF2-40B4-BE49-F238E27FC236}">
                    <a16:creationId xmlns:a16="http://schemas.microsoft.com/office/drawing/2014/main" id="{377E102B-152B-787A-8479-8FCC751DE322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hteck 141">
                <a:extLst>
                  <a:ext uri="{FF2B5EF4-FFF2-40B4-BE49-F238E27FC236}">
                    <a16:creationId xmlns:a16="http://schemas.microsoft.com/office/drawing/2014/main" id="{CDC6E65A-B59E-98E7-D85D-07D7A5DE4841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hteck 142">
                <a:extLst>
                  <a:ext uri="{FF2B5EF4-FFF2-40B4-BE49-F238E27FC236}">
                    <a16:creationId xmlns:a16="http://schemas.microsoft.com/office/drawing/2014/main" id="{38F7D170-1EB6-F158-E435-72758084F6A6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hteck 143">
                <a:extLst>
                  <a:ext uri="{FF2B5EF4-FFF2-40B4-BE49-F238E27FC236}">
                    <a16:creationId xmlns:a16="http://schemas.microsoft.com/office/drawing/2014/main" id="{4FFFD93C-703A-577B-02F1-1D1F28746FB8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383B3FEE-8311-BAF6-8D38-1982C759F34D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hteck 145">
                <a:extLst>
                  <a:ext uri="{FF2B5EF4-FFF2-40B4-BE49-F238E27FC236}">
                    <a16:creationId xmlns:a16="http://schemas.microsoft.com/office/drawing/2014/main" id="{40933D4E-EE68-F3FF-842B-5AB0DE2147F1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hteck 146">
                <a:extLst>
                  <a:ext uri="{FF2B5EF4-FFF2-40B4-BE49-F238E27FC236}">
                    <a16:creationId xmlns:a16="http://schemas.microsoft.com/office/drawing/2014/main" id="{41C70600-2CEA-3E93-28E5-E81CDA38306E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hteck 147">
                <a:extLst>
                  <a:ext uri="{FF2B5EF4-FFF2-40B4-BE49-F238E27FC236}">
                    <a16:creationId xmlns:a16="http://schemas.microsoft.com/office/drawing/2014/main" id="{9F9E8E36-4C12-04FC-E9AA-63527669D3EB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hteck 148">
                <a:extLst>
                  <a:ext uri="{FF2B5EF4-FFF2-40B4-BE49-F238E27FC236}">
                    <a16:creationId xmlns:a16="http://schemas.microsoft.com/office/drawing/2014/main" id="{B20CC287-CBA8-9D2D-A56F-0681BEAFCD40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hteck 149">
                <a:extLst>
                  <a:ext uri="{FF2B5EF4-FFF2-40B4-BE49-F238E27FC236}">
                    <a16:creationId xmlns:a16="http://schemas.microsoft.com/office/drawing/2014/main" id="{041E3126-28B6-D549-148D-3B41E46C1961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hteck 150">
                <a:extLst>
                  <a:ext uri="{FF2B5EF4-FFF2-40B4-BE49-F238E27FC236}">
                    <a16:creationId xmlns:a16="http://schemas.microsoft.com/office/drawing/2014/main" id="{9A6C936B-C783-EB26-B056-DEB627D5B393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hteck 151">
                <a:extLst>
                  <a:ext uri="{FF2B5EF4-FFF2-40B4-BE49-F238E27FC236}">
                    <a16:creationId xmlns:a16="http://schemas.microsoft.com/office/drawing/2014/main" id="{FC0B5145-2969-6ABA-4DE8-3FAC863C242A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hteck 152">
                <a:extLst>
                  <a:ext uri="{FF2B5EF4-FFF2-40B4-BE49-F238E27FC236}">
                    <a16:creationId xmlns:a16="http://schemas.microsoft.com/office/drawing/2014/main" id="{0ABD2E94-722C-03FB-9BE3-04F76B656E78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hteck 153">
                <a:extLst>
                  <a:ext uri="{FF2B5EF4-FFF2-40B4-BE49-F238E27FC236}">
                    <a16:creationId xmlns:a16="http://schemas.microsoft.com/office/drawing/2014/main" id="{F8618876-9F8C-3DF9-3DF2-A358F7F03E1D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hteck 154">
                <a:extLst>
                  <a:ext uri="{FF2B5EF4-FFF2-40B4-BE49-F238E27FC236}">
                    <a16:creationId xmlns:a16="http://schemas.microsoft.com/office/drawing/2014/main" id="{13462ADF-8658-233E-AFBD-768069955335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hteck 155">
                <a:extLst>
                  <a:ext uri="{FF2B5EF4-FFF2-40B4-BE49-F238E27FC236}">
                    <a16:creationId xmlns:a16="http://schemas.microsoft.com/office/drawing/2014/main" id="{4D3B7270-11FA-5E16-035D-014897AAE4E3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hteck 156">
                <a:extLst>
                  <a:ext uri="{FF2B5EF4-FFF2-40B4-BE49-F238E27FC236}">
                    <a16:creationId xmlns:a16="http://schemas.microsoft.com/office/drawing/2014/main" id="{003635A6-4E05-7D1E-0548-6581EA442EF9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hteck 157">
                <a:extLst>
                  <a:ext uri="{FF2B5EF4-FFF2-40B4-BE49-F238E27FC236}">
                    <a16:creationId xmlns:a16="http://schemas.microsoft.com/office/drawing/2014/main" id="{99C56F39-B40A-9BBB-09A7-438AAA19EC23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hteck 158">
                <a:extLst>
                  <a:ext uri="{FF2B5EF4-FFF2-40B4-BE49-F238E27FC236}">
                    <a16:creationId xmlns:a16="http://schemas.microsoft.com/office/drawing/2014/main" id="{71B76731-C41B-8EED-B606-B5A1032B5EE6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hteck 159">
                <a:extLst>
                  <a:ext uri="{FF2B5EF4-FFF2-40B4-BE49-F238E27FC236}">
                    <a16:creationId xmlns:a16="http://schemas.microsoft.com/office/drawing/2014/main" id="{48F20967-AE1D-FA58-9022-537537C6F8BD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hteck 160">
                <a:extLst>
                  <a:ext uri="{FF2B5EF4-FFF2-40B4-BE49-F238E27FC236}">
                    <a16:creationId xmlns:a16="http://schemas.microsoft.com/office/drawing/2014/main" id="{DEA5C67E-EA3D-E99A-5CF0-1C3D2A2226E0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hteck 161">
                <a:extLst>
                  <a:ext uri="{FF2B5EF4-FFF2-40B4-BE49-F238E27FC236}">
                    <a16:creationId xmlns:a16="http://schemas.microsoft.com/office/drawing/2014/main" id="{9419C951-3B05-2E6E-7C96-4EDC60093634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hteck 162">
                <a:extLst>
                  <a:ext uri="{FF2B5EF4-FFF2-40B4-BE49-F238E27FC236}">
                    <a16:creationId xmlns:a16="http://schemas.microsoft.com/office/drawing/2014/main" id="{3E568988-C911-134B-ED6F-FCC4661D66D6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hteck 163">
                <a:extLst>
                  <a:ext uri="{FF2B5EF4-FFF2-40B4-BE49-F238E27FC236}">
                    <a16:creationId xmlns:a16="http://schemas.microsoft.com/office/drawing/2014/main" id="{EEE6999C-9590-A8F0-FC4A-D27C1661BA64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hteck 164">
                <a:extLst>
                  <a:ext uri="{FF2B5EF4-FFF2-40B4-BE49-F238E27FC236}">
                    <a16:creationId xmlns:a16="http://schemas.microsoft.com/office/drawing/2014/main" id="{D9299E45-B273-68CC-A257-08C73D5682E6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hteck 165">
                <a:extLst>
                  <a:ext uri="{FF2B5EF4-FFF2-40B4-BE49-F238E27FC236}">
                    <a16:creationId xmlns:a16="http://schemas.microsoft.com/office/drawing/2014/main" id="{865D11B8-7951-DC46-4222-8AD7FB3B26ED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hteck 166">
                <a:extLst>
                  <a:ext uri="{FF2B5EF4-FFF2-40B4-BE49-F238E27FC236}">
                    <a16:creationId xmlns:a16="http://schemas.microsoft.com/office/drawing/2014/main" id="{80DDAB24-2225-C862-B56F-C9B2C2AB4799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hteck 167">
                <a:extLst>
                  <a:ext uri="{FF2B5EF4-FFF2-40B4-BE49-F238E27FC236}">
                    <a16:creationId xmlns:a16="http://schemas.microsoft.com/office/drawing/2014/main" id="{8D2C746E-38DD-BF3B-8C91-4B9C9A5815F2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hteck 168">
                <a:extLst>
                  <a:ext uri="{FF2B5EF4-FFF2-40B4-BE49-F238E27FC236}">
                    <a16:creationId xmlns:a16="http://schemas.microsoft.com/office/drawing/2014/main" id="{B4A657E7-EF21-7BB8-E632-724DEE301AD1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hteck 169">
                <a:extLst>
                  <a:ext uri="{FF2B5EF4-FFF2-40B4-BE49-F238E27FC236}">
                    <a16:creationId xmlns:a16="http://schemas.microsoft.com/office/drawing/2014/main" id="{0620DFCD-9C95-80B6-EA61-BD7FC05CB74B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hteck 170">
                <a:extLst>
                  <a:ext uri="{FF2B5EF4-FFF2-40B4-BE49-F238E27FC236}">
                    <a16:creationId xmlns:a16="http://schemas.microsoft.com/office/drawing/2014/main" id="{17F114BF-DA1E-B1FF-5512-ACFC4F9DB778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hteck 171">
                <a:extLst>
                  <a:ext uri="{FF2B5EF4-FFF2-40B4-BE49-F238E27FC236}">
                    <a16:creationId xmlns:a16="http://schemas.microsoft.com/office/drawing/2014/main" id="{B5FDC1AB-143F-6926-629C-361CB41E114E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hteck 172">
                <a:extLst>
                  <a:ext uri="{FF2B5EF4-FFF2-40B4-BE49-F238E27FC236}">
                    <a16:creationId xmlns:a16="http://schemas.microsoft.com/office/drawing/2014/main" id="{F480052E-D9EE-56AB-8F83-C788E6AA61F7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hteck 173">
                <a:extLst>
                  <a:ext uri="{FF2B5EF4-FFF2-40B4-BE49-F238E27FC236}">
                    <a16:creationId xmlns:a16="http://schemas.microsoft.com/office/drawing/2014/main" id="{54EC9677-0953-E050-B588-4B83FFBDB306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hteck 174">
                <a:extLst>
                  <a:ext uri="{FF2B5EF4-FFF2-40B4-BE49-F238E27FC236}">
                    <a16:creationId xmlns:a16="http://schemas.microsoft.com/office/drawing/2014/main" id="{1208F4D4-D9BE-F5A4-4FC4-42161F17B9B3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hteck 175">
                <a:extLst>
                  <a:ext uri="{FF2B5EF4-FFF2-40B4-BE49-F238E27FC236}">
                    <a16:creationId xmlns:a16="http://schemas.microsoft.com/office/drawing/2014/main" id="{B836678A-073E-7D53-3201-9FBECE656CD1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hteck 176">
                <a:extLst>
                  <a:ext uri="{FF2B5EF4-FFF2-40B4-BE49-F238E27FC236}">
                    <a16:creationId xmlns:a16="http://schemas.microsoft.com/office/drawing/2014/main" id="{0E222AFC-FA59-06E0-72EC-510290955D73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hteck 177">
                <a:extLst>
                  <a:ext uri="{FF2B5EF4-FFF2-40B4-BE49-F238E27FC236}">
                    <a16:creationId xmlns:a16="http://schemas.microsoft.com/office/drawing/2014/main" id="{4D3CB571-455E-02B2-478C-6EF276A355F7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hteck 178">
                <a:extLst>
                  <a:ext uri="{FF2B5EF4-FFF2-40B4-BE49-F238E27FC236}">
                    <a16:creationId xmlns:a16="http://schemas.microsoft.com/office/drawing/2014/main" id="{2450B1B1-776E-BBA5-7762-F55BFB0DF02E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hteck 179">
                <a:extLst>
                  <a:ext uri="{FF2B5EF4-FFF2-40B4-BE49-F238E27FC236}">
                    <a16:creationId xmlns:a16="http://schemas.microsoft.com/office/drawing/2014/main" id="{2CE4EAF7-209E-DF5A-92D4-7D92E69F0603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hteck 180">
                <a:extLst>
                  <a:ext uri="{FF2B5EF4-FFF2-40B4-BE49-F238E27FC236}">
                    <a16:creationId xmlns:a16="http://schemas.microsoft.com/office/drawing/2014/main" id="{6B71D9D0-2BE0-9988-A916-2F0B4B93FDEB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5" name="Textfeld 214">
            <a:extLst>
              <a:ext uri="{FF2B5EF4-FFF2-40B4-BE49-F238E27FC236}">
                <a16:creationId xmlns:a16="http://schemas.microsoft.com/office/drawing/2014/main" id="{25AB50CA-1A87-539D-A64C-0C8464956D75}"/>
              </a:ext>
            </a:extLst>
          </p:cNvPr>
          <p:cNvSpPr txBox="1"/>
          <p:nvPr/>
        </p:nvSpPr>
        <p:spPr>
          <a:xfrm>
            <a:off x="-3814599" y="-1926085"/>
            <a:ext cx="2280000" cy="227794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sp>
        <p:nvSpPr>
          <p:cNvPr id="216" name="Textfeld 215">
            <a:extLst>
              <a:ext uri="{FF2B5EF4-FFF2-40B4-BE49-F238E27FC236}">
                <a16:creationId xmlns:a16="http://schemas.microsoft.com/office/drawing/2014/main" id="{142E9D18-77FD-1B63-0A2F-89A2CB01EACA}"/>
              </a:ext>
            </a:extLst>
          </p:cNvPr>
          <p:cNvSpPr txBox="1"/>
          <p:nvPr/>
        </p:nvSpPr>
        <p:spPr>
          <a:xfrm>
            <a:off x="9870840" y="2620591"/>
            <a:ext cx="2280000" cy="227241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A40ABCBF-C400-EEC5-1D46-43A0E424E16C}"/>
              </a:ext>
            </a:extLst>
          </p:cNvPr>
          <p:cNvGrpSpPr/>
          <p:nvPr/>
        </p:nvGrpSpPr>
        <p:grpSpPr>
          <a:xfrm>
            <a:off x="231296" y="543911"/>
            <a:ext cx="9359997" cy="6120000"/>
            <a:chOff x="231296" y="543911"/>
            <a:chExt cx="9359997" cy="6120000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16310D71-1B34-8445-D72D-E4BF56C10613}"/>
                </a:ext>
              </a:extLst>
            </p:cNvPr>
            <p:cNvGrpSpPr/>
            <p:nvPr/>
          </p:nvGrpSpPr>
          <p:grpSpPr>
            <a:xfrm>
              <a:off x="231296" y="543911"/>
              <a:ext cx="9359997" cy="6120000"/>
              <a:chOff x="5276538" y="569626"/>
              <a:chExt cx="6535711" cy="5960379"/>
            </a:xfrm>
          </p:grpSpPr>
          <p:sp>
            <p:nvSpPr>
              <p:cNvPr id="5" name="Abgerundetes Rechteck 4">
                <a:extLst>
                  <a:ext uri="{FF2B5EF4-FFF2-40B4-BE49-F238E27FC236}">
                    <a16:creationId xmlns:a16="http://schemas.microsoft.com/office/drawing/2014/main" id="{89A1A6DB-DAF5-E1BA-8E2E-BA2A71ABB5E7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5D5EC5B-8E90-BC0A-220C-1D049E148FCB}"/>
                  </a:ext>
                </a:extLst>
              </p:cNvPr>
              <p:cNvSpPr txBox="1"/>
              <p:nvPr/>
            </p:nvSpPr>
            <p:spPr>
              <a:xfrm>
                <a:off x="7187783" y="805048"/>
                <a:ext cx="2713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Reward Shaping</a:t>
                </a:r>
              </a:p>
            </p:txBody>
          </p:sp>
        </p:grp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D98411E7-C681-153D-9A6F-3D672E3E0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5093" y="1587254"/>
              <a:ext cx="7772400" cy="4339086"/>
            </a:xfrm>
            <a:prstGeom prst="rect">
              <a:avLst/>
            </a:prstGeom>
          </p:spPr>
        </p:pic>
      </p:grpSp>
      <p:grpSp>
        <p:nvGrpSpPr>
          <p:cNvPr id="224" name="Gruppieren 223">
            <a:extLst>
              <a:ext uri="{FF2B5EF4-FFF2-40B4-BE49-F238E27FC236}">
                <a16:creationId xmlns:a16="http://schemas.microsoft.com/office/drawing/2014/main" id="{F0A5A771-3483-C652-0157-6910EC90842E}"/>
              </a:ext>
            </a:extLst>
          </p:cNvPr>
          <p:cNvGrpSpPr/>
          <p:nvPr/>
        </p:nvGrpSpPr>
        <p:grpSpPr>
          <a:xfrm>
            <a:off x="241366" y="546122"/>
            <a:ext cx="9349930" cy="6120000"/>
            <a:chOff x="241366" y="546122"/>
            <a:chExt cx="9349930" cy="6120000"/>
          </a:xfrm>
        </p:grpSpPr>
        <p:grpSp>
          <p:nvGrpSpPr>
            <p:cNvPr id="109" name="Gruppieren 108">
              <a:extLst>
                <a:ext uri="{FF2B5EF4-FFF2-40B4-BE49-F238E27FC236}">
                  <a16:creationId xmlns:a16="http://schemas.microsoft.com/office/drawing/2014/main" id="{71CA739A-78C7-6271-C012-5BF939019D39}"/>
                </a:ext>
              </a:extLst>
            </p:cNvPr>
            <p:cNvGrpSpPr/>
            <p:nvPr/>
          </p:nvGrpSpPr>
          <p:grpSpPr>
            <a:xfrm>
              <a:off x="241366" y="546122"/>
              <a:ext cx="9349930" cy="6120000"/>
              <a:chOff x="5276538" y="569626"/>
              <a:chExt cx="6535711" cy="5960379"/>
            </a:xfrm>
          </p:grpSpPr>
          <p:sp>
            <p:nvSpPr>
              <p:cNvPr id="113" name="Abgerundetes Rechteck 112">
                <a:extLst>
                  <a:ext uri="{FF2B5EF4-FFF2-40B4-BE49-F238E27FC236}">
                    <a16:creationId xmlns:a16="http://schemas.microsoft.com/office/drawing/2014/main" id="{929C8189-23A1-F379-2C6E-9626DA49B425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Textfeld 113">
                <a:extLst>
                  <a:ext uri="{FF2B5EF4-FFF2-40B4-BE49-F238E27FC236}">
                    <a16:creationId xmlns:a16="http://schemas.microsoft.com/office/drawing/2014/main" id="{F54F482F-8AFF-8C48-CA6F-7EC21CB463DF}"/>
                  </a:ext>
                </a:extLst>
              </p:cNvPr>
              <p:cNvSpPr txBox="1"/>
              <p:nvPr/>
            </p:nvSpPr>
            <p:spPr>
              <a:xfrm>
                <a:off x="7187783" y="805048"/>
                <a:ext cx="2713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Reward Shaping</a:t>
                </a:r>
              </a:p>
            </p:txBody>
          </p:sp>
        </p:grpSp>
        <p:pic>
          <p:nvPicPr>
            <p:cNvPr id="223" name="Grafik 222">
              <a:extLst>
                <a:ext uri="{FF2B5EF4-FFF2-40B4-BE49-F238E27FC236}">
                  <a16:creationId xmlns:a16="http://schemas.microsoft.com/office/drawing/2014/main" id="{6D6A7736-053E-5DAD-04B9-7FE5CDD9B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0129" y="1583241"/>
              <a:ext cx="7772400" cy="43563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26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99BE6342-95B5-E107-6E31-0D499BA03746}"/>
              </a:ext>
            </a:extLst>
          </p:cNvPr>
          <p:cNvGrpSpPr/>
          <p:nvPr/>
        </p:nvGrpSpPr>
        <p:grpSpPr>
          <a:xfrm>
            <a:off x="-7229160" y="-7639409"/>
            <a:ext cx="20520000" cy="20520000"/>
            <a:chOff x="2856000" y="183168"/>
            <a:chExt cx="6480000" cy="6485832"/>
          </a:xfrm>
        </p:grpSpPr>
        <p:grpSp>
          <p:nvGrpSpPr>
            <p:cNvPr id="112" name="Gruppieren 111">
              <a:extLst>
                <a:ext uri="{FF2B5EF4-FFF2-40B4-BE49-F238E27FC236}">
                  <a16:creationId xmlns:a16="http://schemas.microsoft.com/office/drawing/2014/main" id="{25D9CC02-C06D-0E63-FC52-AF9D2B23048F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182" name="Rechteck 181">
                <a:extLst>
                  <a:ext uri="{FF2B5EF4-FFF2-40B4-BE49-F238E27FC236}">
                    <a16:creationId xmlns:a16="http://schemas.microsoft.com/office/drawing/2014/main" id="{7088596C-5B9A-359F-59BC-0D39D5165843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3" name="Textfeld 182">
                <a:extLst>
                  <a:ext uri="{FF2B5EF4-FFF2-40B4-BE49-F238E27FC236}">
                    <a16:creationId xmlns:a16="http://schemas.microsoft.com/office/drawing/2014/main" id="{41DA7E53-0360-ACE9-0AD5-96AC4C9FB81E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84" name="Textfeld 183">
                <a:extLst>
                  <a:ext uri="{FF2B5EF4-FFF2-40B4-BE49-F238E27FC236}">
                    <a16:creationId xmlns:a16="http://schemas.microsoft.com/office/drawing/2014/main" id="{4C8BBD85-022F-0CCE-B711-3BE3D12B4246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85" name="Textfeld 184">
                <a:extLst>
                  <a:ext uri="{FF2B5EF4-FFF2-40B4-BE49-F238E27FC236}">
                    <a16:creationId xmlns:a16="http://schemas.microsoft.com/office/drawing/2014/main" id="{B9EE0F79-0647-BCB2-3782-439B3CFEB9F8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86" name="Textfeld 185">
                <a:extLst>
                  <a:ext uri="{FF2B5EF4-FFF2-40B4-BE49-F238E27FC236}">
                    <a16:creationId xmlns:a16="http://schemas.microsoft.com/office/drawing/2014/main" id="{D2D200D5-5C13-DE45-5381-A0E906E7826F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87" name="Textfeld 186">
                <a:extLst>
                  <a:ext uri="{FF2B5EF4-FFF2-40B4-BE49-F238E27FC236}">
                    <a16:creationId xmlns:a16="http://schemas.microsoft.com/office/drawing/2014/main" id="{DE842B4E-485C-0FF9-85B7-366656A081D0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88" name="Textfeld 187">
                <a:extLst>
                  <a:ext uri="{FF2B5EF4-FFF2-40B4-BE49-F238E27FC236}">
                    <a16:creationId xmlns:a16="http://schemas.microsoft.com/office/drawing/2014/main" id="{8B0CEA44-2DB8-1BCD-D638-1FBD1C407FEA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89" name="Textfeld 188">
                <a:extLst>
                  <a:ext uri="{FF2B5EF4-FFF2-40B4-BE49-F238E27FC236}">
                    <a16:creationId xmlns:a16="http://schemas.microsoft.com/office/drawing/2014/main" id="{6D4E694B-974E-8DB0-B797-74C2E29C8C85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90" name="Textfeld 189">
                <a:extLst>
                  <a:ext uri="{FF2B5EF4-FFF2-40B4-BE49-F238E27FC236}">
                    <a16:creationId xmlns:a16="http://schemas.microsoft.com/office/drawing/2014/main" id="{FB34879E-1B59-41C8-4522-A3069842478C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91" name="Textfeld 190">
                <a:extLst>
                  <a:ext uri="{FF2B5EF4-FFF2-40B4-BE49-F238E27FC236}">
                    <a16:creationId xmlns:a16="http://schemas.microsoft.com/office/drawing/2014/main" id="{AE754A67-8EA0-85D1-6D2A-E6B97B13192F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92" name="Textfeld 191">
                <a:extLst>
                  <a:ext uri="{FF2B5EF4-FFF2-40B4-BE49-F238E27FC236}">
                    <a16:creationId xmlns:a16="http://schemas.microsoft.com/office/drawing/2014/main" id="{ED0E07B7-BE87-7BD8-E839-7CAE8C61C773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93" name="Textfeld 192">
                <a:extLst>
                  <a:ext uri="{FF2B5EF4-FFF2-40B4-BE49-F238E27FC236}">
                    <a16:creationId xmlns:a16="http://schemas.microsoft.com/office/drawing/2014/main" id="{68D045B9-F1E6-6629-EE03-85B5E626D827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94" name="Textfeld 193">
                <a:extLst>
                  <a:ext uri="{FF2B5EF4-FFF2-40B4-BE49-F238E27FC236}">
                    <a16:creationId xmlns:a16="http://schemas.microsoft.com/office/drawing/2014/main" id="{8A4D1C5A-7EAF-558F-7D1D-9B506B3C678E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95" name="Textfeld 194">
                <a:extLst>
                  <a:ext uri="{FF2B5EF4-FFF2-40B4-BE49-F238E27FC236}">
                    <a16:creationId xmlns:a16="http://schemas.microsoft.com/office/drawing/2014/main" id="{B7443AFC-4B39-D1CA-43F5-EE9E27006CB2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9560A75E-44E4-3922-CAFE-50CA04955DCA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97" name="Textfeld 196">
                <a:extLst>
                  <a:ext uri="{FF2B5EF4-FFF2-40B4-BE49-F238E27FC236}">
                    <a16:creationId xmlns:a16="http://schemas.microsoft.com/office/drawing/2014/main" id="{4DB63B72-88D4-0AFB-F874-3EBE6F2BA055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96346AC2-2DD6-A3B5-7E13-E79AEA3B83D4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99" name="Textfeld 198">
                <a:extLst>
                  <a:ext uri="{FF2B5EF4-FFF2-40B4-BE49-F238E27FC236}">
                    <a16:creationId xmlns:a16="http://schemas.microsoft.com/office/drawing/2014/main" id="{78960EF0-59C2-EE1B-A264-6DFCB712C0CB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200" name="Textfeld 199">
                <a:extLst>
                  <a:ext uri="{FF2B5EF4-FFF2-40B4-BE49-F238E27FC236}">
                    <a16:creationId xmlns:a16="http://schemas.microsoft.com/office/drawing/2014/main" id="{D46D9D52-4AE3-69A4-409E-E0A56405117F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01" name="Textfeld 200">
                <a:extLst>
                  <a:ext uri="{FF2B5EF4-FFF2-40B4-BE49-F238E27FC236}">
                    <a16:creationId xmlns:a16="http://schemas.microsoft.com/office/drawing/2014/main" id="{F92C80CC-1D13-FB85-43AA-31D113F79C60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02" name="Textfeld 201">
                <a:extLst>
                  <a:ext uri="{FF2B5EF4-FFF2-40B4-BE49-F238E27FC236}">
                    <a16:creationId xmlns:a16="http://schemas.microsoft.com/office/drawing/2014/main" id="{C1109684-F3E1-EE9C-3DA1-C510F5487EE8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203E7B81-25D9-2A5A-3D16-31357FBDFAC8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19AF1C7C-99FA-C385-C380-191BB2A031EC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05" name="Textfeld 204">
                <a:extLst>
                  <a:ext uri="{FF2B5EF4-FFF2-40B4-BE49-F238E27FC236}">
                    <a16:creationId xmlns:a16="http://schemas.microsoft.com/office/drawing/2014/main" id="{D98BFED5-A144-E59D-A8F1-B679BCF1C51F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06" name="Textfeld 205">
                <a:extLst>
                  <a:ext uri="{FF2B5EF4-FFF2-40B4-BE49-F238E27FC236}">
                    <a16:creationId xmlns:a16="http://schemas.microsoft.com/office/drawing/2014/main" id="{AD494841-DCA6-8C35-809D-7F12EEA6A0FA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207" name="Textfeld 206">
                <a:extLst>
                  <a:ext uri="{FF2B5EF4-FFF2-40B4-BE49-F238E27FC236}">
                    <a16:creationId xmlns:a16="http://schemas.microsoft.com/office/drawing/2014/main" id="{033BAF15-809D-3910-1618-7862FEE4686C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208" name="Textfeld 207">
                <a:extLst>
                  <a:ext uri="{FF2B5EF4-FFF2-40B4-BE49-F238E27FC236}">
                    <a16:creationId xmlns:a16="http://schemas.microsoft.com/office/drawing/2014/main" id="{33475787-1E06-D6AF-985C-9E35A038BBDC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09" name="Textfeld 208">
                <a:extLst>
                  <a:ext uri="{FF2B5EF4-FFF2-40B4-BE49-F238E27FC236}">
                    <a16:creationId xmlns:a16="http://schemas.microsoft.com/office/drawing/2014/main" id="{F4918E8A-335B-C181-EC12-7D1BA1F2732B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10" name="Textfeld 209">
                <a:extLst>
                  <a:ext uri="{FF2B5EF4-FFF2-40B4-BE49-F238E27FC236}">
                    <a16:creationId xmlns:a16="http://schemas.microsoft.com/office/drawing/2014/main" id="{09B27EFC-5F6F-2657-77D1-FF380D135DC3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11" name="Textfeld 210">
                <a:extLst>
                  <a:ext uri="{FF2B5EF4-FFF2-40B4-BE49-F238E27FC236}">
                    <a16:creationId xmlns:a16="http://schemas.microsoft.com/office/drawing/2014/main" id="{670F8E16-0C67-6D56-9364-6D84968846D9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12" name="Textfeld 211">
                <a:extLst>
                  <a:ext uri="{FF2B5EF4-FFF2-40B4-BE49-F238E27FC236}">
                    <a16:creationId xmlns:a16="http://schemas.microsoft.com/office/drawing/2014/main" id="{FB8DED16-19BF-2CBB-3CF7-9D4E2D51BA75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13" name="Textfeld 212">
                <a:extLst>
                  <a:ext uri="{FF2B5EF4-FFF2-40B4-BE49-F238E27FC236}">
                    <a16:creationId xmlns:a16="http://schemas.microsoft.com/office/drawing/2014/main" id="{03247261-B48E-D27B-F583-F2AD1ED0FA9A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14" name="Textfeld 213">
                <a:extLst>
                  <a:ext uri="{FF2B5EF4-FFF2-40B4-BE49-F238E27FC236}">
                    <a16:creationId xmlns:a16="http://schemas.microsoft.com/office/drawing/2014/main" id="{2A243B2C-E759-A451-8689-836F5BCD6826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117" name="Gruppieren 116">
              <a:extLst>
                <a:ext uri="{FF2B5EF4-FFF2-40B4-BE49-F238E27FC236}">
                  <a16:creationId xmlns:a16="http://schemas.microsoft.com/office/drawing/2014/main" id="{7ED68E49-3604-9A63-409E-358D0AA1DEAA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118" name="Rechteck 117">
                <a:extLst>
                  <a:ext uri="{FF2B5EF4-FFF2-40B4-BE49-F238E27FC236}">
                    <a16:creationId xmlns:a16="http://schemas.microsoft.com/office/drawing/2014/main" id="{FA63C6F1-40EE-3B1A-5724-B28F62A2093C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hteck 118">
                <a:extLst>
                  <a:ext uri="{FF2B5EF4-FFF2-40B4-BE49-F238E27FC236}">
                    <a16:creationId xmlns:a16="http://schemas.microsoft.com/office/drawing/2014/main" id="{2FC37F5C-7446-C410-4628-4DFD218DF18D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hteck 119">
                <a:extLst>
                  <a:ext uri="{FF2B5EF4-FFF2-40B4-BE49-F238E27FC236}">
                    <a16:creationId xmlns:a16="http://schemas.microsoft.com/office/drawing/2014/main" id="{05F9DD3A-93C0-3CC4-41C2-178C117FF493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hteck 120">
                <a:extLst>
                  <a:ext uri="{FF2B5EF4-FFF2-40B4-BE49-F238E27FC236}">
                    <a16:creationId xmlns:a16="http://schemas.microsoft.com/office/drawing/2014/main" id="{F00DFF5B-3437-95D9-DB8D-DB327460AFB6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E6BBC9E4-8F61-8D92-6B44-FBF6907C6D55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hteck 122">
                <a:extLst>
                  <a:ext uri="{FF2B5EF4-FFF2-40B4-BE49-F238E27FC236}">
                    <a16:creationId xmlns:a16="http://schemas.microsoft.com/office/drawing/2014/main" id="{5A581EC4-A36E-7320-772B-51D5FF0D65F0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B71E0FFF-3F33-CF9C-40E7-D5A979325173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A7679A13-F063-24FC-604F-6CAB5D12426E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hteck 125">
                <a:extLst>
                  <a:ext uri="{FF2B5EF4-FFF2-40B4-BE49-F238E27FC236}">
                    <a16:creationId xmlns:a16="http://schemas.microsoft.com/office/drawing/2014/main" id="{00F27139-8391-B148-8DB0-5DCC41D0EBA7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3FED1DBF-D41B-DAE7-712E-139250ADF33A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hteck 127">
                <a:extLst>
                  <a:ext uri="{FF2B5EF4-FFF2-40B4-BE49-F238E27FC236}">
                    <a16:creationId xmlns:a16="http://schemas.microsoft.com/office/drawing/2014/main" id="{5B1EB9FD-8C04-07B3-6B81-67B1EB443E3E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hteck 128">
                <a:extLst>
                  <a:ext uri="{FF2B5EF4-FFF2-40B4-BE49-F238E27FC236}">
                    <a16:creationId xmlns:a16="http://schemas.microsoft.com/office/drawing/2014/main" id="{C63165CB-AADD-7C7C-CE90-09BEA7FA1E74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hteck 129">
                <a:extLst>
                  <a:ext uri="{FF2B5EF4-FFF2-40B4-BE49-F238E27FC236}">
                    <a16:creationId xmlns:a16="http://schemas.microsoft.com/office/drawing/2014/main" id="{E1EE6548-25C2-4C1C-9F3F-C31B91B5D087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hteck 130">
                <a:extLst>
                  <a:ext uri="{FF2B5EF4-FFF2-40B4-BE49-F238E27FC236}">
                    <a16:creationId xmlns:a16="http://schemas.microsoft.com/office/drawing/2014/main" id="{EA0BB496-F6D7-ED3D-0BAD-6F47359E42DC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15595F32-B2F2-D602-3922-4568AE7EF404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1F285FBD-15CE-9F1E-3C58-1930EE177243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09EDB633-8468-E577-74BB-D90891E3E61D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hteck 134">
                <a:extLst>
                  <a:ext uri="{FF2B5EF4-FFF2-40B4-BE49-F238E27FC236}">
                    <a16:creationId xmlns:a16="http://schemas.microsoft.com/office/drawing/2014/main" id="{2608BAF4-D9B4-062B-9773-0B0DC16F9EB3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hteck 135">
                <a:extLst>
                  <a:ext uri="{FF2B5EF4-FFF2-40B4-BE49-F238E27FC236}">
                    <a16:creationId xmlns:a16="http://schemas.microsoft.com/office/drawing/2014/main" id="{49189C56-8428-D7B6-382E-17A07D6F196D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hteck 136">
                <a:extLst>
                  <a:ext uri="{FF2B5EF4-FFF2-40B4-BE49-F238E27FC236}">
                    <a16:creationId xmlns:a16="http://schemas.microsoft.com/office/drawing/2014/main" id="{94FCF865-15D2-FD31-44AF-BBCFFF8B190E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hteck 137">
                <a:extLst>
                  <a:ext uri="{FF2B5EF4-FFF2-40B4-BE49-F238E27FC236}">
                    <a16:creationId xmlns:a16="http://schemas.microsoft.com/office/drawing/2014/main" id="{05CC0BD6-C30D-E577-7635-937DE04C25F7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hteck 138">
                <a:extLst>
                  <a:ext uri="{FF2B5EF4-FFF2-40B4-BE49-F238E27FC236}">
                    <a16:creationId xmlns:a16="http://schemas.microsoft.com/office/drawing/2014/main" id="{27B2318D-2CAE-7598-7F86-9170E954CEBA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hteck 139">
                <a:extLst>
                  <a:ext uri="{FF2B5EF4-FFF2-40B4-BE49-F238E27FC236}">
                    <a16:creationId xmlns:a16="http://schemas.microsoft.com/office/drawing/2014/main" id="{8531A7C1-13FB-69CA-ABD0-164283E094FF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hteck 140">
                <a:extLst>
                  <a:ext uri="{FF2B5EF4-FFF2-40B4-BE49-F238E27FC236}">
                    <a16:creationId xmlns:a16="http://schemas.microsoft.com/office/drawing/2014/main" id="{946B67BA-1C62-7383-74AE-1BDA281B5607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hteck 141">
                <a:extLst>
                  <a:ext uri="{FF2B5EF4-FFF2-40B4-BE49-F238E27FC236}">
                    <a16:creationId xmlns:a16="http://schemas.microsoft.com/office/drawing/2014/main" id="{49E93470-5CEA-3E2D-3A82-516B3C61B2CF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hteck 142">
                <a:extLst>
                  <a:ext uri="{FF2B5EF4-FFF2-40B4-BE49-F238E27FC236}">
                    <a16:creationId xmlns:a16="http://schemas.microsoft.com/office/drawing/2014/main" id="{43DF8E4A-4E2E-26B2-C61B-7BD67135CE4E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hteck 143">
                <a:extLst>
                  <a:ext uri="{FF2B5EF4-FFF2-40B4-BE49-F238E27FC236}">
                    <a16:creationId xmlns:a16="http://schemas.microsoft.com/office/drawing/2014/main" id="{9B3C48E7-32B4-A836-4874-51B11F788E69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A9FA3E03-E282-0EAC-7056-F63C40485EC2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hteck 145">
                <a:extLst>
                  <a:ext uri="{FF2B5EF4-FFF2-40B4-BE49-F238E27FC236}">
                    <a16:creationId xmlns:a16="http://schemas.microsoft.com/office/drawing/2014/main" id="{903245F8-6765-085A-4EE3-B54FD5CED257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hteck 146">
                <a:extLst>
                  <a:ext uri="{FF2B5EF4-FFF2-40B4-BE49-F238E27FC236}">
                    <a16:creationId xmlns:a16="http://schemas.microsoft.com/office/drawing/2014/main" id="{58C5878C-0C28-90B9-9C6E-B46CEFC78476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hteck 147">
                <a:extLst>
                  <a:ext uri="{FF2B5EF4-FFF2-40B4-BE49-F238E27FC236}">
                    <a16:creationId xmlns:a16="http://schemas.microsoft.com/office/drawing/2014/main" id="{6C26A0BC-DBE1-DFF1-0341-4A31C90B67C5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hteck 148">
                <a:extLst>
                  <a:ext uri="{FF2B5EF4-FFF2-40B4-BE49-F238E27FC236}">
                    <a16:creationId xmlns:a16="http://schemas.microsoft.com/office/drawing/2014/main" id="{B17FD6BF-B39B-7F9D-E66A-DC2091DCB362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hteck 149">
                <a:extLst>
                  <a:ext uri="{FF2B5EF4-FFF2-40B4-BE49-F238E27FC236}">
                    <a16:creationId xmlns:a16="http://schemas.microsoft.com/office/drawing/2014/main" id="{8FF8802F-9D49-9B35-044E-DAEAD56C7305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hteck 150">
                <a:extLst>
                  <a:ext uri="{FF2B5EF4-FFF2-40B4-BE49-F238E27FC236}">
                    <a16:creationId xmlns:a16="http://schemas.microsoft.com/office/drawing/2014/main" id="{438466DC-F512-30B4-A38F-2C2CC4B73072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hteck 151">
                <a:extLst>
                  <a:ext uri="{FF2B5EF4-FFF2-40B4-BE49-F238E27FC236}">
                    <a16:creationId xmlns:a16="http://schemas.microsoft.com/office/drawing/2014/main" id="{D966B395-26D0-8A00-44AB-C2A3F9F148BD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hteck 152">
                <a:extLst>
                  <a:ext uri="{FF2B5EF4-FFF2-40B4-BE49-F238E27FC236}">
                    <a16:creationId xmlns:a16="http://schemas.microsoft.com/office/drawing/2014/main" id="{215F5B10-7827-1EC8-1575-0DC41F4BBACF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hteck 153">
                <a:extLst>
                  <a:ext uri="{FF2B5EF4-FFF2-40B4-BE49-F238E27FC236}">
                    <a16:creationId xmlns:a16="http://schemas.microsoft.com/office/drawing/2014/main" id="{863BC648-FBC1-FA90-B966-8483759825D1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hteck 154">
                <a:extLst>
                  <a:ext uri="{FF2B5EF4-FFF2-40B4-BE49-F238E27FC236}">
                    <a16:creationId xmlns:a16="http://schemas.microsoft.com/office/drawing/2014/main" id="{D903DC57-98E6-EBE7-FDE3-7D5FEC47BB4D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hteck 155">
                <a:extLst>
                  <a:ext uri="{FF2B5EF4-FFF2-40B4-BE49-F238E27FC236}">
                    <a16:creationId xmlns:a16="http://schemas.microsoft.com/office/drawing/2014/main" id="{6A81ECC5-5A63-6CB0-A36F-54A182C5DA75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hteck 156">
                <a:extLst>
                  <a:ext uri="{FF2B5EF4-FFF2-40B4-BE49-F238E27FC236}">
                    <a16:creationId xmlns:a16="http://schemas.microsoft.com/office/drawing/2014/main" id="{AFBD5E07-6D0D-903F-6D2C-8665EC9C26DD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hteck 157">
                <a:extLst>
                  <a:ext uri="{FF2B5EF4-FFF2-40B4-BE49-F238E27FC236}">
                    <a16:creationId xmlns:a16="http://schemas.microsoft.com/office/drawing/2014/main" id="{A5B98B9E-52DD-52C9-5420-AAC002AD80A9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hteck 158">
                <a:extLst>
                  <a:ext uri="{FF2B5EF4-FFF2-40B4-BE49-F238E27FC236}">
                    <a16:creationId xmlns:a16="http://schemas.microsoft.com/office/drawing/2014/main" id="{E55DBEDB-F1C4-E78E-FF91-FFAA23F08DA5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hteck 159">
                <a:extLst>
                  <a:ext uri="{FF2B5EF4-FFF2-40B4-BE49-F238E27FC236}">
                    <a16:creationId xmlns:a16="http://schemas.microsoft.com/office/drawing/2014/main" id="{59FAD926-864A-498A-2912-B3EC62686C01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hteck 160">
                <a:extLst>
                  <a:ext uri="{FF2B5EF4-FFF2-40B4-BE49-F238E27FC236}">
                    <a16:creationId xmlns:a16="http://schemas.microsoft.com/office/drawing/2014/main" id="{9137E4DE-8DB0-ADC6-8FA1-EE660DD54A9B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hteck 161">
                <a:extLst>
                  <a:ext uri="{FF2B5EF4-FFF2-40B4-BE49-F238E27FC236}">
                    <a16:creationId xmlns:a16="http://schemas.microsoft.com/office/drawing/2014/main" id="{615CE866-E5CA-96FF-AE00-70CD1EAE1B47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hteck 162">
                <a:extLst>
                  <a:ext uri="{FF2B5EF4-FFF2-40B4-BE49-F238E27FC236}">
                    <a16:creationId xmlns:a16="http://schemas.microsoft.com/office/drawing/2014/main" id="{3BDA1DA9-7CA5-19C8-96EC-16D19D005843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hteck 163">
                <a:extLst>
                  <a:ext uri="{FF2B5EF4-FFF2-40B4-BE49-F238E27FC236}">
                    <a16:creationId xmlns:a16="http://schemas.microsoft.com/office/drawing/2014/main" id="{87D20B89-9CA0-4217-A02E-520067B64744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hteck 164">
                <a:extLst>
                  <a:ext uri="{FF2B5EF4-FFF2-40B4-BE49-F238E27FC236}">
                    <a16:creationId xmlns:a16="http://schemas.microsoft.com/office/drawing/2014/main" id="{A23A0EFA-BC8E-4530-0B0D-69CC0F25ED52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hteck 165">
                <a:extLst>
                  <a:ext uri="{FF2B5EF4-FFF2-40B4-BE49-F238E27FC236}">
                    <a16:creationId xmlns:a16="http://schemas.microsoft.com/office/drawing/2014/main" id="{15BA880C-8BAD-29F4-C813-8BD82A02FDFB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hteck 166">
                <a:extLst>
                  <a:ext uri="{FF2B5EF4-FFF2-40B4-BE49-F238E27FC236}">
                    <a16:creationId xmlns:a16="http://schemas.microsoft.com/office/drawing/2014/main" id="{BAC76D40-70AD-D34C-C88F-99C813265B5E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hteck 167">
                <a:extLst>
                  <a:ext uri="{FF2B5EF4-FFF2-40B4-BE49-F238E27FC236}">
                    <a16:creationId xmlns:a16="http://schemas.microsoft.com/office/drawing/2014/main" id="{400666B1-4675-CFB7-FF7F-F054FE3638C2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hteck 168">
                <a:extLst>
                  <a:ext uri="{FF2B5EF4-FFF2-40B4-BE49-F238E27FC236}">
                    <a16:creationId xmlns:a16="http://schemas.microsoft.com/office/drawing/2014/main" id="{04D8B628-C13E-7E5A-2CC9-5927EB3000F4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hteck 169">
                <a:extLst>
                  <a:ext uri="{FF2B5EF4-FFF2-40B4-BE49-F238E27FC236}">
                    <a16:creationId xmlns:a16="http://schemas.microsoft.com/office/drawing/2014/main" id="{75873C83-349D-FFCF-DF88-CF83F86AC8BB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hteck 170">
                <a:extLst>
                  <a:ext uri="{FF2B5EF4-FFF2-40B4-BE49-F238E27FC236}">
                    <a16:creationId xmlns:a16="http://schemas.microsoft.com/office/drawing/2014/main" id="{4EE0F16F-6832-BF31-BEE1-680F1F5BB085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hteck 171">
                <a:extLst>
                  <a:ext uri="{FF2B5EF4-FFF2-40B4-BE49-F238E27FC236}">
                    <a16:creationId xmlns:a16="http://schemas.microsoft.com/office/drawing/2014/main" id="{4DE8C4B9-1452-7C8B-C0B9-333580BB7FC6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hteck 172">
                <a:extLst>
                  <a:ext uri="{FF2B5EF4-FFF2-40B4-BE49-F238E27FC236}">
                    <a16:creationId xmlns:a16="http://schemas.microsoft.com/office/drawing/2014/main" id="{0EC27635-89F7-B960-25A4-2064A20818A1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hteck 173">
                <a:extLst>
                  <a:ext uri="{FF2B5EF4-FFF2-40B4-BE49-F238E27FC236}">
                    <a16:creationId xmlns:a16="http://schemas.microsoft.com/office/drawing/2014/main" id="{2B46239D-E1EC-0D96-F752-6A0F038E2879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hteck 174">
                <a:extLst>
                  <a:ext uri="{FF2B5EF4-FFF2-40B4-BE49-F238E27FC236}">
                    <a16:creationId xmlns:a16="http://schemas.microsoft.com/office/drawing/2014/main" id="{F1116E91-94A5-EA1B-4C6F-AEC23D43E603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hteck 175">
                <a:extLst>
                  <a:ext uri="{FF2B5EF4-FFF2-40B4-BE49-F238E27FC236}">
                    <a16:creationId xmlns:a16="http://schemas.microsoft.com/office/drawing/2014/main" id="{B75C4C5B-1CEB-CEF7-BFFC-A555FD55D0C7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hteck 176">
                <a:extLst>
                  <a:ext uri="{FF2B5EF4-FFF2-40B4-BE49-F238E27FC236}">
                    <a16:creationId xmlns:a16="http://schemas.microsoft.com/office/drawing/2014/main" id="{879637CD-8A9B-D684-A8F8-B05481F23E21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hteck 177">
                <a:extLst>
                  <a:ext uri="{FF2B5EF4-FFF2-40B4-BE49-F238E27FC236}">
                    <a16:creationId xmlns:a16="http://schemas.microsoft.com/office/drawing/2014/main" id="{FF4C33D3-1669-6D35-6956-D84A2D382944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hteck 178">
                <a:extLst>
                  <a:ext uri="{FF2B5EF4-FFF2-40B4-BE49-F238E27FC236}">
                    <a16:creationId xmlns:a16="http://schemas.microsoft.com/office/drawing/2014/main" id="{58E86CCD-EF56-988C-018B-46689C3C4AB2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hteck 179">
                <a:extLst>
                  <a:ext uri="{FF2B5EF4-FFF2-40B4-BE49-F238E27FC236}">
                    <a16:creationId xmlns:a16="http://schemas.microsoft.com/office/drawing/2014/main" id="{3023BE4B-696D-3E7B-F026-0E05ED54BD78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hteck 180">
                <a:extLst>
                  <a:ext uri="{FF2B5EF4-FFF2-40B4-BE49-F238E27FC236}">
                    <a16:creationId xmlns:a16="http://schemas.microsoft.com/office/drawing/2014/main" id="{759857C6-52D5-0972-2ECA-8A05CE04E046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5" name="Textfeld 214">
            <a:extLst>
              <a:ext uri="{FF2B5EF4-FFF2-40B4-BE49-F238E27FC236}">
                <a16:creationId xmlns:a16="http://schemas.microsoft.com/office/drawing/2014/main" id="{18CC6B31-F013-0EAD-CB8A-200BCE9A0F5A}"/>
              </a:ext>
            </a:extLst>
          </p:cNvPr>
          <p:cNvSpPr txBox="1"/>
          <p:nvPr/>
        </p:nvSpPr>
        <p:spPr>
          <a:xfrm>
            <a:off x="-3814599" y="-1926085"/>
            <a:ext cx="2280000" cy="227794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sp>
        <p:nvSpPr>
          <p:cNvPr id="216" name="Textfeld 215">
            <a:extLst>
              <a:ext uri="{FF2B5EF4-FFF2-40B4-BE49-F238E27FC236}">
                <a16:creationId xmlns:a16="http://schemas.microsoft.com/office/drawing/2014/main" id="{A0CBA055-EEA1-4E58-FB95-2B7901C357A5}"/>
              </a:ext>
            </a:extLst>
          </p:cNvPr>
          <p:cNvSpPr txBox="1"/>
          <p:nvPr/>
        </p:nvSpPr>
        <p:spPr>
          <a:xfrm>
            <a:off x="9870840" y="2620591"/>
            <a:ext cx="2280000" cy="227241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BD660D7-776A-FF46-4A2C-22DE56A20ED3}"/>
              </a:ext>
            </a:extLst>
          </p:cNvPr>
          <p:cNvGrpSpPr/>
          <p:nvPr/>
        </p:nvGrpSpPr>
        <p:grpSpPr>
          <a:xfrm>
            <a:off x="241366" y="546122"/>
            <a:ext cx="9349930" cy="6120000"/>
            <a:chOff x="241366" y="546122"/>
            <a:chExt cx="9349930" cy="6120000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76D07A8A-58D3-63FF-CFFA-03F595A65CA9}"/>
                </a:ext>
              </a:extLst>
            </p:cNvPr>
            <p:cNvGrpSpPr/>
            <p:nvPr/>
          </p:nvGrpSpPr>
          <p:grpSpPr>
            <a:xfrm>
              <a:off x="241366" y="546122"/>
              <a:ext cx="9349930" cy="6120000"/>
              <a:chOff x="5276538" y="569626"/>
              <a:chExt cx="6535711" cy="5960379"/>
            </a:xfrm>
          </p:grpSpPr>
          <p:sp>
            <p:nvSpPr>
              <p:cNvPr id="5" name="Abgerundetes Rechteck 4">
                <a:extLst>
                  <a:ext uri="{FF2B5EF4-FFF2-40B4-BE49-F238E27FC236}">
                    <a16:creationId xmlns:a16="http://schemas.microsoft.com/office/drawing/2014/main" id="{DD9AAB07-FB8C-B374-B7C0-CB453011A0AF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656AA06F-26D6-9C98-A70C-4022F9FC3ADE}"/>
                  </a:ext>
                </a:extLst>
              </p:cNvPr>
              <p:cNvSpPr txBox="1"/>
              <p:nvPr/>
            </p:nvSpPr>
            <p:spPr>
              <a:xfrm>
                <a:off x="7187783" y="805048"/>
                <a:ext cx="2713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Reward Shaping</a:t>
                </a:r>
              </a:p>
            </p:txBody>
          </p:sp>
        </p:grp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6CCFA366-278D-BA89-E1E0-D92F6594EA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0129" y="1583241"/>
              <a:ext cx="7772400" cy="4356339"/>
            </a:xfrm>
            <a:prstGeom prst="rect">
              <a:avLst/>
            </a:prstGeom>
          </p:spPr>
        </p:pic>
      </p:grpSp>
      <p:grpSp>
        <p:nvGrpSpPr>
          <p:cNvPr id="224" name="Gruppieren 223">
            <a:extLst>
              <a:ext uri="{FF2B5EF4-FFF2-40B4-BE49-F238E27FC236}">
                <a16:creationId xmlns:a16="http://schemas.microsoft.com/office/drawing/2014/main" id="{EC2B997B-8664-C77D-70AA-03E9AFB460EB}"/>
              </a:ext>
            </a:extLst>
          </p:cNvPr>
          <p:cNvGrpSpPr/>
          <p:nvPr/>
        </p:nvGrpSpPr>
        <p:grpSpPr>
          <a:xfrm>
            <a:off x="231298" y="536532"/>
            <a:ext cx="9360000" cy="6120000"/>
            <a:chOff x="231298" y="536532"/>
            <a:chExt cx="9360000" cy="6120000"/>
          </a:xfrm>
        </p:grpSpPr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885805EF-14A1-C20C-F608-9A7982BB4600}"/>
                </a:ext>
              </a:extLst>
            </p:cNvPr>
            <p:cNvGrpSpPr/>
            <p:nvPr/>
          </p:nvGrpSpPr>
          <p:grpSpPr>
            <a:xfrm>
              <a:off x="231298" y="536532"/>
              <a:ext cx="9360000" cy="6120000"/>
              <a:chOff x="5276538" y="569626"/>
              <a:chExt cx="6535711" cy="5960379"/>
            </a:xfrm>
          </p:grpSpPr>
          <p:sp>
            <p:nvSpPr>
              <p:cNvPr id="104" name="Abgerundetes Rechteck 103">
                <a:extLst>
                  <a:ext uri="{FF2B5EF4-FFF2-40B4-BE49-F238E27FC236}">
                    <a16:creationId xmlns:a16="http://schemas.microsoft.com/office/drawing/2014/main" id="{ABE31D8D-DA06-F918-DBA7-360DF1806068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CAFC9AA8-6A61-6C56-8380-90827FB6EE67}"/>
                  </a:ext>
                </a:extLst>
              </p:cNvPr>
              <p:cNvSpPr txBox="1"/>
              <p:nvPr/>
            </p:nvSpPr>
            <p:spPr>
              <a:xfrm>
                <a:off x="7187783" y="805048"/>
                <a:ext cx="2713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Reward Shaping</a:t>
                </a:r>
              </a:p>
            </p:txBody>
          </p:sp>
        </p:grpSp>
        <p:pic>
          <p:nvPicPr>
            <p:cNvPr id="223" name="Grafik 222">
              <a:extLst>
                <a:ext uri="{FF2B5EF4-FFF2-40B4-BE49-F238E27FC236}">
                  <a16:creationId xmlns:a16="http://schemas.microsoft.com/office/drawing/2014/main" id="{348C554C-4A86-60E7-D706-9B5F2C859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30382" y="1601644"/>
              <a:ext cx="7772400" cy="43103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780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C476FF55-01D1-50E1-6C76-BED1BF72625C}"/>
              </a:ext>
            </a:extLst>
          </p:cNvPr>
          <p:cNvGrpSpPr/>
          <p:nvPr/>
        </p:nvGrpSpPr>
        <p:grpSpPr>
          <a:xfrm>
            <a:off x="-7229160" y="-7639409"/>
            <a:ext cx="20520000" cy="20520000"/>
            <a:chOff x="2856000" y="183168"/>
            <a:chExt cx="6480000" cy="6485832"/>
          </a:xfrm>
        </p:grpSpPr>
        <p:grpSp>
          <p:nvGrpSpPr>
            <p:cNvPr id="114" name="Gruppieren 113">
              <a:extLst>
                <a:ext uri="{FF2B5EF4-FFF2-40B4-BE49-F238E27FC236}">
                  <a16:creationId xmlns:a16="http://schemas.microsoft.com/office/drawing/2014/main" id="{8ADCDCFF-FD92-B11A-FB16-0C31261281BB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182" name="Rechteck 181">
                <a:extLst>
                  <a:ext uri="{FF2B5EF4-FFF2-40B4-BE49-F238E27FC236}">
                    <a16:creationId xmlns:a16="http://schemas.microsoft.com/office/drawing/2014/main" id="{91138448-C280-376E-E155-42005BCED88D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3" name="Textfeld 182">
                <a:extLst>
                  <a:ext uri="{FF2B5EF4-FFF2-40B4-BE49-F238E27FC236}">
                    <a16:creationId xmlns:a16="http://schemas.microsoft.com/office/drawing/2014/main" id="{C27751C6-FF8A-A664-52C1-B5B8FDEAFEFB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84" name="Textfeld 183">
                <a:extLst>
                  <a:ext uri="{FF2B5EF4-FFF2-40B4-BE49-F238E27FC236}">
                    <a16:creationId xmlns:a16="http://schemas.microsoft.com/office/drawing/2014/main" id="{A9F6926F-6303-2EA5-3FB8-A74820B7DCB5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85" name="Textfeld 184">
                <a:extLst>
                  <a:ext uri="{FF2B5EF4-FFF2-40B4-BE49-F238E27FC236}">
                    <a16:creationId xmlns:a16="http://schemas.microsoft.com/office/drawing/2014/main" id="{D87BA24E-ABCD-30D6-152B-A01ABCEC57C5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86" name="Textfeld 185">
                <a:extLst>
                  <a:ext uri="{FF2B5EF4-FFF2-40B4-BE49-F238E27FC236}">
                    <a16:creationId xmlns:a16="http://schemas.microsoft.com/office/drawing/2014/main" id="{DA901555-EFE0-CD09-8C5D-DCA5BF8558DF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87" name="Textfeld 186">
                <a:extLst>
                  <a:ext uri="{FF2B5EF4-FFF2-40B4-BE49-F238E27FC236}">
                    <a16:creationId xmlns:a16="http://schemas.microsoft.com/office/drawing/2014/main" id="{C28D3B1C-3414-CD61-2497-47BAA2758B05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88" name="Textfeld 187">
                <a:extLst>
                  <a:ext uri="{FF2B5EF4-FFF2-40B4-BE49-F238E27FC236}">
                    <a16:creationId xmlns:a16="http://schemas.microsoft.com/office/drawing/2014/main" id="{C0E65A7D-6171-13E8-B1CB-FD89196A4A8F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89" name="Textfeld 188">
                <a:extLst>
                  <a:ext uri="{FF2B5EF4-FFF2-40B4-BE49-F238E27FC236}">
                    <a16:creationId xmlns:a16="http://schemas.microsoft.com/office/drawing/2014/main" id="{3AC07E83-4074-3B58-56A6-CB730A5D1DF5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90" name="Textfeld 189">
                <a:extLst>
                  <a:ext uri="{FF2B5EF4-FFF2-40B4-BE49-F238E27FC236}">
                    <a16:creationId xmlns:a16="http://schemas.microsoft.com/office/drawing/2014/main" id="{5FD9BA16-9156-84DD-AE50-A98F3EB8ABA2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91" name="Textfeld 190">
                <a:extLst>
                  <a:ext uri="{FF2B5EF4-FFF2-40B4-BE49-F238E27FC236}">
                    <a16:creationId xmlns:a16="http://schemas.microsoft.com/office/drawing/2014/main" id="{467A8F49-CDC8-E0A1-064A-ED92AE368A79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92" name="Textfeld 191">
                <a:extLst>
                  <a:ext uri="{FF2B5EF4-FFF2-40B4-BE49-F238E27FC236}">
                    <a16:creationId xmlns:a16="http://schemas.microsoft.com/office/drawing/2014/main" id="{FCF0EC68-6297-68B3-FF9D-69D436513CC8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93" name="Textfeld 192">
                <a:extLst>
                  <a:ext uri="{FF2B5EF4-FFF2-40B4-BE49-F238E27FC236}">
                    <a16:creationId xmlns:a16="http://schemas.microsoft.com/office/drawing/2014/main" id="{451D9EBB-8E23-6069-CBB9-AFCD9242BE62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94" name="Textfeld 193">
                <a:extLst>
                  <a:ext uri="{FF2B5EF4-FFF2-40B4-BE49-F238E27FC236}">
                    <a16:creationId xmlns:a16="http://schemas.microsoft.com/office/drawing/2014/main" id="{7E738281-4C87-1D37-3804-415986B550C5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95" name="Textfeld 194">
                <a:extLst>
                  <a:ext uri="{FF2B5EF4-FFF2-40B4-BE49-F238E27FC236}">
                    <a16:creationId xmlns:a16="http://schemas.microsoft.com/office/drawing/2014/main" id="{88F10FDE-418B-E2F3-A84A-122BDC1C33E0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9DCFE7AE-416F-E06D-AB61-8E26AD8993A1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97" name="Textfeld 196">
                <a:extLst>
                  <a:ext uri="{FF2B5EF4-FFF2-40B4-BE49-F238E27FC236}">
                    <a16:creationId xmlns:a16="http://schemas.microsoft.com/office/drawing/2014/main" id="{A9866B94-2AF5-CA1B-7463-52E4FAB6F3AC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FCA2ADE5-01D6-1D79-1551-008A73E9018E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99" name="Textfeld 198">
                <a:extLst>
                  <a:ext uri="{FF2B5EF4-FFF2-40B4-BE49-F238E27FC236}">
                    <a16:creationId xmlns:a16="http://schemas.microsoft.com/office/drawing/2014/main" id="{A08720B3-CEF0-676B-8AD7-5B3F0E8D7802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200" name="Textfeld 199">
                <a:extLst>
                  <a:ext uri="{FF2B5EF4-FFF2-40B4-BE49-F238E27FC236}">
                    <a16:creationId xmlns:a16="http://schemas.microsoft.com/office/drawing/2014/main" id="{11D44AD7-4986-D1F6-D9D2-FF021B729D93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01" name="Textfeld 200">
                <a:extLst>
                  <a:ext uri="{FF2B5EF4-FFF2-40B4-BE49-F238E27FC236}">
                    <a16:creationId xmlns:a16="http://schemas.microsoft.com/office/drawing/2014/main" id="{FABF0F65-BBBF-E988-9C90-FCD13809E862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02" name="Textfeld 201">
                <a:extLst>
                  <a:ext uri="{FF2B5EF4-FFF2-40B4-BE49-F238E27FC236}">
                    <a16:creationId xmlns:a16="http://schemas.microsoft.com/office/drawing/2014/main" id="{5755BC18-37FB-2C52-3C3C-C7241A11B89C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776CD2FA-11F7-E81F-6901-E6F3897B92BB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F8020193-43AA-E556-D267-A150CD2E6B6B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05" name="Textfeld 204">
                <a:extLst>
                  <a:ext uri="{FF2B5EF4-FFF2-40B4-BE49-F238E27FC236}">
                    <a16:creationId xmlns:a16="http://schemas.microsoft.com/office/drawing/2014/main" id="{10EB5CA3-585D-C492-F48A-DE8B0DAD950E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06" name="Textfeld 205">
                <a:extLst>
                  <a:ext uri="{FF2B5EF4-FFF2-40B4-BE49-F238E27FC236}">
                    <a16:creationId xmlns:a16="http://schemas.microsoft.com/office/drawing/2014/main" id="{1E3243FE-9D87-9013-43A4-36DBA953BB27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207" name="Textfeld 206">
                <a:extLst>
                  <a:ext uri="{FF2B5EF4-FFF2-40B4-BE49-F238E27FC236}">
                    <a16:creationId xmlns:a16="http://schemas.microsoft.com/office/drawing/2014/main" id="{74FB9F00-9494-2B4D-E231-04544C8B6EFE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208" name="Textfeld 207">
                <a:extLst>
                  <a:ext uri="{FF2B5EF4-FFF2-40B4-BE49-F238E27FC236}">
                    <a16:creationId xmlns:a16="http://schemas.microsoft.com/office/drawing/2014/main" id="{9222550D-40B6-FE81-9851-33794088B163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09" name="Textfeld 208">
                <a:extLst>
                  <a:ext uri="{FF2B5EF4-FFF2-40B4-BE49-F238E27FC236}">
                    <a16:creationId xmlns:a16="http://schemas.microsoft.com/office/drawing/2014/main" id="{94B96BF5-5EBB-E398-4923-FA2195DCF754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10" name="Textfeld 209">
                <a:extLst>
                  <a:ext uri="{FF2B5EF4-FFF2-40B4-BE49-F238E27FC236}">
                    <a16:creationId xmlns:a16="http://schemas.microsoft.com/office/drawing/2014/main" id="{C613D913-1B73-8A6D-1E10-07C2ABD50B41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11" name="Textfeld 210">
                <a:extLst>
                  <a:ext uri="{FF2B5EF4-FFF2-40B4-BE49-F238E27FC236}">
                    <a16:creationId xmlns:a16="http://schemas.microsoft.com/office/drawing/2014/main" id="{313A7CF4-EE7C-8A01-1F75-6CD53FE02113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12" name="Textfeld 211">
                <a:extLst>
                  <a:ext uri="{FF2B5EF4-FFF2-40B4-BE49-F238E27FC236}">
                    <a16:creationId xmlns:a16="http://schemas.microsoft.com/office/drawing/2014/main" id="{6EADB3F3-B2E4-6E4E-2CAC-13992BCC1631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13" name="Textfeld 212">
                <a:extLst>
                  <a:ext uri="{FF2B5EF4-FFF2-40B4-BE49-F238E27FC236}">
                    <a16:creationId xmlns:a16="http://schemas.microsoft.com/office/drawing/2014/main" id="{5F2D769E-812A-2349-D75F-3B8AF2F2824C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14" name="Textfeld 213">
                <a:extLst>
                  <a:ext uri="{FF2B5EF4-FFF2-40B4-BE49-F238E27FC236}">
                    <a16:creationId xmlns:a16="http://schemas.microsoft.com/office/drawing/2014/main" id="{7E12E195-2C2A-AF40-2ACE-F82FC2E5CC40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117" name="Gruppieren 116">
              <a:extLst>
                <a:ext uri="{FF2B5EF4-FFF2-40B4-BE49-F238E27FC236}">
                  <a16:creationId xmlns:a16="http://schemas.microsoft.com/office/drawing/2014/main" id="{5DAC759F-2B8C-DF46-F7A7-0BCD4E80D6E5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118" name="Rechteck 117">
                <a:extLst>
                  <a:ext uri="{FF2B5EF4-FFF2-40B4-BE49-F238E27FC236}">
                    <a16:creationId xmlns:a16="http://schemas.microsoft.com/office/drawing/2014/main" id="{F7F7224A-4240-472F-73FB-3D1E609E0F09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hteck 118">
                <a:extLst>
                  <a:ext uri="{FF2B5EF4-FFF2-40B4-BE49-F238E27FC236}">
                    <a16:creationId xmlns:a16="http://schemas.microsoft.com/office/drawing/2014/main" id="{EA8C369C-B95C-AEE9-EB1A-262DE9DA9653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hteck 119">
                <a:extLst>
                  <a:ext uri="{FF2B5EF4-FFF2-40B4-BE49-F238E27FC236}">
                    <a16:creationId xmlns:a16="http://schemas.microsoft.com/office/drawing/2014/main" id="{5BB04AD2-89BD-B616-5A31-389A74677F30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hteck 120">
                <a:extLst>
                  <a:ext uri="{FF2B5EF4-FFF2-40B4-BE49-F238E27FC236}">
                    <a16:creationId xmlns:a16="http://schemas.microsoft.com/office/drawing/2014/main" id="{488A408D-2748-2FE1-BBBE-6C9F88D01062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C04833DF-B8A0-D928-C739-205BC2C42A4E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hteck 122">
                <a:extLst>
                  <a:ext uri="{FF2B5EF4-FFF2-40B4-BE49-F238E27FC236}">
                    <a16:creationId xmlns:a16="http://schemas.microsoft.com/office/drawing/2014/main" id="{5F1B2CFF-C61C-46EF-B121-9A22338ED7FF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067C13B7-AB9D-F480-99E1-C7E0FFD4895B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D5B3E1A7-B1D4-C88D-ED16-B5855004F7F7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hteck 125">
                <a:extLst>
                  <a:ext uri="{FF2B5EF4-FFF2-40B4-BE49-F238E27FC236}">
                    <a16:creationId xmlns:a16="http://schemas.microsoft.com/office/drawing/2014/main" id="{930CE4B0-8FB8-0D92-C671-633CEB1759EC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7E67F66F-254C-7731-11C5-734D971D2460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hteck 127">
                <a:extLst>
                  <a:ext uri="{FF2B5EF4-FFF2-40B4-BE49-F238E27FC236}">
                    <a16:creationId xmlns:a16="http://schemas.microsoft.com/office/drawing/2014/main" id="{D74544B6-111B-903E-56C5-9E80003C0340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hteck 128">
                <a:extLst>
                  <a:ext uri="{FF2B5EF4-FFF2-40B4-BE49-F238E27FC236}">
                    <a16:creationId xmlns:a16="http://schemas.microsoft.com/office/drawing/2014/main" id="{4AE99DA8-8480-14E2-3C33-D93C8AFFA856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hteck 129">
                <a:extLst>
                  <a:ext uri="{FF2B5EF4-FFF2-40B4-BE49-F238E27FC236}">
                    <a16:creationId xmlns:a16="http://schemas.microsoft.com/office/drawing/2014/main" id="{B1EFA90C-74D4-5345-B24A-693FD75064E4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hteck 130">
                <a:extLst>
                  <a:ext uri="{FF2B5EF4-FFF2-40B4-BE49-F238E27FC236}">
                    <a16:creationId xmlns:a16="http://schemas.microsoft.com/office/drawing/2014/main" id="{A443096B-0E3F-B5F5-E67B-BC597015138F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07974076-D8D4-069E-B66B-BAC0C6E4F859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4C153EB0-99DC-2822-7EF6-C5DC8366DA33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B8B11BDF-1254-B0F3-FB69-151DF3109F26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hteck 134">
                <a:extLst>
                  <a:ext uri="{FF2B5EF4-FFF2-40B4-BE49-F238E27FC236}">
                    <a16:creationId xmlns:a16="http://schemas.microsoft.com/office/drawing/2014/main" id="{F767612A-3D06-0444-A604-CDFB469E9D1A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hteck 135">
                <a:extLst>
                  <a:ext uri="{FF2B5EF4-FFF2-40B4-BE49-F238E27FC236}">
                    <a16:creationId xmlns:a16="http://schemas.microsoft.com/office/drawing/2014/main" id="{328C98E8-2CF3-A130-E693-A341083B4D73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hteck 136">
                <a:extLst>
                  <a:ext uri="{FF2B5EF4-FFF2-40B4-BE49-F238E27FC236}">
                    <a16:creationId xmlns:a16="http://schemas.microsoft.com/office/drawing/2014/main" id="{479CA8C6-586E-0A29-FF1E-FCB4DCA21508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hteck 137">
                <a:extLst>
                  <a:ext uri="{FF2B5EF4-FFF2-40B4-BE49-F238E27FC236}">
                    <a16:creationId xmlns:a16="http://schemas.microsoft.com/office/drawing/2014/main" id="{2D4369CF-9284-6796-9238-822C7F6F6A93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hteck 138">
                <a:extLst>
                  <a:ext uri="{FF2B5EF4-FFF2-40B4-BE49-F238E27FC236}">
                    <a16:creationId xmlns:a16="http://schemas.microsoft.com/office/drawing/2014/main" id="{B3E04754-2D4C-43B9-97B1-C29F6EB4FAEB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hteck 139">
                <a:extLst>
                  <a:ext uri="{FF2B5EF4-FFF2-40B4-BE49-F238E27FC236}">
                    <a16:creationId xmlns:a16="http://schemas.microsoft.com/office/drawing/2014/main" id="{F79D8EE4-01A5-9DB6-E0D4-011899BA7A12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hteck 140">
                <a:extLst>
                  <a:ext uri="{FF2B5EF4-FFF2-40B4-BE49-F238E27FC236}">
                    <a16:creationId xmlns:a16="http://schemas.microsoft.com/office/drawing/2014/main" id="{D9845C74-75CE-054B-5859-C95BB0594747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hteck 141">
                <a:extLst>
                  <a:ext uri="{FF2B5EF4-FFF2-40B4-BE49-F238E27FC236}">
                    <a16:creationId xmlns:a16="http://schemas.microsoft.com/office/drawing/2014/main" id="{E90F8830-5284-7C0B-5603-CD2A43348F5B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hteck 142">
                <a:extLst>
                  <a:ext uri="{FF2B5EF4-FFF2-40B4-BE49-F238E27FC236}">
                    <a16:creationId xmlns:a16="http://schemas.microsoft.com/office/drawing/2014/main" id="{C6267D0A-21D9-FF73-5888-71CD48F80406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hteck 143">
                <a:extLst>
                  <a:ext uri="{FF2B5EF4-FFF2-40B4-BE49-F238E27FC236}">
                    <a16:creationId xmlns:a16="http://schemas.microsoft.com/office/drawing/2014/main" id="{419B6A73-503B-D8DF-32D9-A473DE5947FF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F017FB95-0EDB-3328-A724-DA16C4FD4EC4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hteck 145">
                <a:extLst>
                  <a:ext uri="{FF2B5EF4-FFF2-40B4-BE49-F238E27FC236}">
                    <a16:creationId xmlns:a16="http://schemas.microsoft.com/office/drawing/2014/main" id="{80C2FA13-38C1-4603-335D-19B443A8ABAC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hteck 146">
                <a:extLst>
                  <a:ext uri="{FF2B5EF4-FFF2-40B4-BE49-F238E27FC236}">
                    <a16:creationId xmlns:a16="http://schemas.microsoft.com/office/drawing/2014/main" id="{DD9E8E59-2B95-ECD5-097D-6779B8CDEFC4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hteck 147">
                <a:extLst>
                  <a:ext uri="{FF2B5EF4-FFF2-40B4-BE49-F238E27FC236}">
                    <a16:creationId xmlns:a16="http://schemas.microsoft.com/office/drawing/2014/main" id="{74E835B4-A7B0-A171-1868-3093F943D4C9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hteck 148">
                <a:extLst>
                  <a:ext uri="{FF2B5EF4-FFF2-40B4-BE49-F238E27FC236}">
                    <a16:creationId xmlns:a16="http://schemas.microsoft.com/office/drawing/2014/main" id="{EA0856D6-4BD9-DE3B-C835-DD254604A23B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hteck 149">
                <a:extLst>
                  <a:ext uri="{FF2B5EF4-FFF2-40B4-BE49-F238E27FC236}">
                    <a16:creationId xmlns:a16="http://schemas.microsoft.com/office/drawing/2014/main" id="{2C5A757D-2ADC-F264-00BA-6A5B4F0547B7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hteck 150">
                <a:extLst>
                  <a:ext uri="{FF2B5EF4-FFF2-40B4-BE49-F238E27FC236}">
                    <a16:creationId xmlns:a16="http://schemas.microsoft.com/office/drawing/2014/main" id="{E4F85DAE-7B0B-4D79-E379-067171F575F6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hteck 151">
                <a:extLst>
                  <a:ext uri="{FF2B5EF4-FFF2-40B4-BE49-F238E27FC236}">
                    <a16:creationId xmlns:a16="http://schemas.microsoft.com/office/drawing/2014/main" id="{687B2611-E0AC-7BEF-D78D-B3CC1C7E4C26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hteck 152">
                <a:extLst>
                  <a:ext uri="{FF2B5EF4-FFF2-40B4-BE49-F238E27FC236}">
                    <a16:creationId xmlns:a16="http://schemas.microsoft.com/office/drawing/2014/main" id="{72C4898B-CCC2-D507-DE50-D311DA66215B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hteck 153">
                <a:extLst>
                  <a:ext uri="{FF2B5EF4-FFF2-40B4-BE49-F238E27FC236}">
                    <a16:creationId xmlns:a16="http://schemas.microsoft.com/office/drawing/2014/main" id="{C07BF090-A728-663B-8379-3E5D49145610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hteck 154">
                <a:extLst>
                  <a:ext uri="{FF2B5EF4-FFF2-40B4-BE49-F238E27FC236}">
                    <a16:creationId xmlns:a16="http://schemas.microsoft.com/office/drawing/2014/main" id="{EDF993A0-AB85-8A57-4093-4CF2A6B0C6EA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hteck 155">
                <a:extLst>
                  <a:ext uri="{FF2B5EF4-FFF2-40B4-BE49-F238E27FC236}">
                    <a16:creationId xmlns:a16="http://schemas.microsoft.com/office/drawing/2014/main" id="{1B48AE99-3508-957F-47E0-0F58E658E0C7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hteck 156">
                <a:extLst>
                  <a:ext uri="{FF2B5EF4-FFF2-40B4-BE49-F238E27FC236}">
                    <a16:creationId xmlns:a16="http://schemas.microsoft.com/office/drawing/2014/main" id="{67E54429-50B3-96F7-55C6-A7CC10F48FA6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hteck 157">
                <a:extLst>
                  <a:ext uri="{FF2B5EF4-FFF2-40B4-BE49-F238E27FC236}">
                    <a16:creationId xmlns:a16="http://schemas.microsoft.com/office/drawing/2014/main" id="{4FE4B204-DBCB-CFB6-201A-74F608B3476E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hteck 158">
                <a:extLst>
                  <a:ext uri="{FF2B5EF4-FFF2-40B4-BE49-F238E27FC236}">
                    <a16:creationId xmlns:a16="http://schemas.microsoft.com/office/drawing/2014/main" id="{EFA1D17C-E7ED-D373-9281-9D9FFD7539E4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hteck 159">
                <a:extLst>
                  <a:ext uri="{FF2B5EF4-FFF2-40B4-BE49-F238E27FC236}">
                    <a16:creationId xmlns:a16="http://schemas.microsoft.com/office/drawing/2014/main" id="{A6AF28EE-CE6C-E256-7117-81132A62F64D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hteck 160">
                <a:extLst>
                  <a:ext uri="{FF2B5EF4-FFF2-40B4-BE49-F238E27FC236}">
                    <a16:creationId xmlns:a16="http://schemas.microsoft.com/office/drawing/2014/main" id="{3FD91BDC-C66C-F394-9505-62F400DD17D0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hteck 161">
                <a:extLst>
                  <a:ext uri="{FF2B5EF4-FFF2-40B4-BE49-F238E27FC236}">
                    <a16:creationId xmlns:a16="http://schemas.microsoft.com/office/drawing/2014/main" id="{96637763-BC35-C173-EB36-997EEC0E69E0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hteck 162">
                <a:extLst>
                  <a:ext uri="{FF2B5EF4-FFF2-40B4-BE49-F238E27FC236}">
                    <a16:creationId xmlns:a16="http://schemas.microsoft.com/office/drawing/2014/main" id="{001E812D-88E6-8301-15CF-684E37852002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hteck 163">
                <a:extLst>
                  <a:ext uri="{FF2B5EF4-FFF2-40B4-BE49-F238E27FC236}">
                    <a16:creationId xmlns:a16="http://schemas.microsoft.com/office/drawing/2014/main" id="{9FAB35C1-93E4-EB87-0437-4DC5DD60F45D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hteck 164">
                <a:extLst>
                  <a:ext uri="{FF2B5EF4-FFF2-40B4-BE49-F238E27FC236}">
                    <a16:creationId xmlns:a16="http://schemas.microsoft.com/office/drawing/2014/main" id="{E5957EFC-891A-44C9-0E10-8DE147AA66BC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hteck 165">
                <a:extLst>
                  <a:ext uri="{FF2B5EF4-FFF2-40B4-BE49-F238E27FC236}">
                    <a16:creationId xmlns:a16="http://schemas.microsoft.com/office/drawing/2014/main" id="{79355E37-AEFB-0BE8-2062-9A07D3EB90C6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hteck 166">
                <a:extLst>
                  <a:ext uri="{FF2B5EF4-FFF2-40B4-BE49-F238E27FC236}">
                    <a16:creationId xmlns:a16="http://schemas.microsoft.com/office/drawing/2014/main" id="{7436F9A1-81FE-4F3F-6652-2DD1FD4E3438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hteck 167">
                <a:extLst>
                  <a:ext uri="{FF2B5EF4-FFF2-40B4-BE49-F238E27FC236}">
                    <a16:creationId xmlns:a16="http://schemas.microsoft.com/office/drawing/2014/main" id="{5EE9BA25-D4DA-9E5F-BBB4-13DB24834B4D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hteck 168">
                <a:extLst>
                  <a:ext uri="{FF2B5EF4-FFF2-40B4-BE49-F238E27FC236}">
                    <a16:creationId xmlns:a16="http://schemas.microsoft.com/office/drawing/2014/main" id="{7E94410F-B670-58FD-D19B-261EB9F7696A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hteck 169">
                <a:extLst>
                  <a:ext uri="{FF2B5EF4-FFF2-40B4-BE49-F238E27FC236}">
                    <a16:creationId xmlns:a16="http://schemas.microsoft.com/office/drawing/2014/main" id="{FA7D7C0E-BBA0-2511-5925-0F3A97A16711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hteck 170">
                <a:extLst>
                  <a:ext uri="{FF2B5EF4-FFF2-40B4-BE49-F238E27FC236}">
                    <a16:creationId xmlns:a16="http://schemas.microsoft.com/office/drawing/2014/main" id="{1BC4BEF1-1FB5-979A-46FA-52B9CFA851CA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hteck 171">
                <a:extLst>
                  <a:ext uri="{FF2B5EF4-FFF2-40B4-BE49-F238E27FC236}">
                    <a16:creationId xmlns:a16="http://schemas.microsoft.com/office/drawing/2014/main" id="{EE1E0669-DD96-B5C8-765A-3783BA07CC9E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hteck 172">
                <a:extLst>
                  <a:ext uri="{FF2B5EF4-FFF2-40B4-BE49-F238E27FC236}">
                    <a16:creationId xmlns:a16="http://schemas.microsoft.com/office/drawing/2014/main" id="{CF9460BC-0E3B-0C74-5CBA-C55329F3C3CB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hteck 173">
                <a:extLst>
                  <a:ext uri="{FF2B5EF4-FFF2-40B4-BE49-F238E27FC236}">
                    <a16:creationId xmlns:a16="http://schemas.microsoft.com/office/drawing/2014/main" id="{5DD8BE2F-F3A0-730A-2DEA-4A5579922F1C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hteck 174">
                <a:extLst>
                  <a:ext uri="{FF2B5EF4-FFF2-40B4-BE49-F238E27FC236}">
                    <a16:creationId xmlns:a16="http://schemas.microsoft.com/office/drawing/2014/main" id="{EF22BC50-D86C-4844-DEA4-29D22A8CB6B8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hteck 175">
                <a:extLst>
                  <a:ext uri="{FF2B5EF4-FFF2-40B4-BE49-F238E27FC236}">
                    <a16:creationId xmlns:a16="http://schemas.microsoft.com/office/drawing/2014/main" id="{8F75824D-7081-A571-1865-3EE3154AF3A3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hteck 176">
                <a:extLst>
                  <a:ext uri="{FF2B5EF4-FFF2-40B4-BE49-F238E27FC236}">
                    <a16:creationId xmlns:a16="http://schemas.microsoft.com/office/drawing/2014/main" id="{36FCE095-DE80-3FEC-EC79-067F55E6DBD6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hteck 177">
                <a:extLst>
                  <a:ext uri="{FF2B5EF4-FFF2-40B4-BE49-F238E27FC236}">
                    <a16:creationId xmlns:a16="http://schemas.microsoft.com/office/drawing/2014/main" id="{ED78E87C-7BBE-D95C-BB3D-4415FC6CC54B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hteck 178">
                <a:extLst>
                  <a:ext uri="{FF2B5EF4-FFF2-40B4-BE49-F238E27FC236}">
                    <a16:creationId xmlns:a16="http://schemas.microsoft.com/office/drawing/2014/main" id="{24B013D9-64A9-FED1-3801-EA6D297EF822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hteck 179">
                <a:extLst>
                  <a:ext uri="{FF2B5EF4-FFF2-40B4-BE49-F238E27FC236}">
                    <a16:creationId xmlns:a16="http://schemas.microsoft.com/office/drawing/2014/main" id="{8CAEE804-789B-02B0-9A72-3691DA817718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hteck 180">
                <a:extLst>
                  <a:ext uri="{FF2B5EF4-FFF2-40B4-BE49-F238E27FC236}">
                    <a16:creationId xmlns:a16="http://schemas.microsoft.com/office/drawing/2014/main" id="{43EA6BB0-FD5A-CF55-0241-E3645E73521C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5" name="Textfeld 214">
            <a:extLst>
              <a:ext uri="{FF2B5EF4-FFF2-40B4-BE49-F238E27FC236}">
                <a16:creationId xmlns:a16="http://schemas.microsoft.com/office/drawing/2014/main" id="{A0761282-18D5-DD6C-7309-E95C642B4F18}"/>
              </a:ext>
            </a:extLst>
          </p:cNvPr>
          <p:cNvSpPr txBox="1"/>
          <p:nvPr/>
        </p:nvSpPr>
        <p:spPr>
          <a:xfrm>
            <a:off x="-3814599" y="-1926085"/>
            <a:ext cx="2280000" cy="227794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sp>
        <p:nvSpPr>
          <p:cNvPr id="216" name="Textfeld 215">
            <a:extLst>
              <a:ext uri="{FF2B5EF4-FFF2-40B4-BE49-F238E27FC236}">
                <a16:creationId xmlns:a16="http://schemas.microsoft.com/office/drawing/2014/main" id="{8A74B404-8847-B0F8-3F03-1081A2AE44EB}"/>
              </a:ext>
            </a:extLst>
          </p:cNvPr>
          <p:cNvSpPr txBox="1"/>
          <p:nvPr/>
        </p:nvSpPr>
        <p:spPr>
          <a:xfrm>
            <a:off x="9870840" y="2620591"/>
            <a:ext cx="2280000" cy="227241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C162D2A-E05F-A90F-45ED-2B251669CBBC}"/>
              </a:ext>
            </a:extLst>
          </p:cNvPr>
          <p:cNvGrpSpPr/>
          <p:nvPr/>
        </p:nvGrpSpPr>
        <p:grpSpPr>
          <a:xfrm>
            <a:off x="231298" y="536532"/>
            <a:ext cx="9360000" cy="6120000"/>
            <a:chOff x="231298" y="536532"/>
            <a:chExt cx="9360000" cy="6120000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12B2DACB-A463-18CB-E863-57D2FA19916E}"/>
                </a:ext>
              </a:extLst>
            </p:cNvPr>
            <p:cNvGrpSpPr/>
            <p:nvPr/>
          </p:nvGrpSpPr>
          <p:grpSpPr>
            <a:xfrm>
              <a:off x="231298" y="536532"/>
              <a:ext cx="9360000" cy="6120000"/>
              <a:chOff x="5276538" y="569626"/>
              <a:chExt cx="6535711" cy="5960379"/>
            </a:xfrm>
          </p:grpSpPr>
          <p:sp>
            <p:nvSpPr>
              <p:cNvPr id="5" name="Abgerundetes Rechteck 4">
                <a:extLst>
                  <a:ext uri="{FF2B5EF4-FFF2-40B4-BE49-F238E27FC236}">
                    <a16:creationId xmlns:a16="http://schemas.microsoft.com/office/drawing/2014/main" id="{8F2B0477-2591-2BB4-FD43-0869C31ED460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7F384A2E-913E-335E-EB5C-CBFC6DF20066}"/>
                  </a:ext>
                </a:extLst>
              </p:cNvPr>
              <p:cNvSpPr txBox="1"/>
              <p:nvPr/>
            </p:nvSpPr>
            <p:spPr>
              <a:xfrm>
                <a:off x="7187783" y="805048"/>
                <a:ext cx="2713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Reward Shaping</a:t>
                </a:r>
              </a:p>
            </p:txBody>
          </p:sp>
        </p:grp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62F5C853-94C8-7DFD-A73B-793D6596E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0382" y="1601644"/>
              <a:ext cx="7772400" cy="4310306"/>
            </a:xfrm>
            <a:prstGeom prst="rect">
              <a:avLst/>
            </a:prstGeom>
          </p:spPr>
        </p:pic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2D4B63B6-6F1A-CE82-569F-13E68C2E64EE}"/>
              </a:ext>
            </a:extLst>
          </p:cNvPr>
          <p:cNvGrpSpPr/>
          <p:nvPr/>
        </p:nvGrpSpPr>
        <p:grpSpPr>
          <a:xfrm>
            <a:off x="231298" y="543913"/>
            <a:ext cx="9360000" cy="6120000"/>
            <a:chOff x="1046323" y="448811"/>
            <a:chExt cx="6535711" cy="5960379"/>
          </a:xfrm>
        </p:grpSpPr>
        <p:grpSp>
          <p:nvGrpSpPr>
            <p:cNvPr id="106" name="Gruppieren 105">
              <a:extLst>
                <a:ext uri="{FF2B5EF4-FFF2-40B4-BE49-F238E27FC236}">
                  <a16:creationId xmlns:a16="http://schemas.microsoft.com/office/drawing/2014/main" id="{9604450A-9A8C-615A-8800-C31FC8EFBF07}"/>
                </a:ext>
              </a:extLst>
            </p:cNvPr>
            <p:cNvGrpSpPr/>
            <p:nvPr/>
          </p:nvGrpSpPr>
          <p:grpSpPr>
            <a:xfrm>
              <a:off x="1046323" y="448811"/>
              <a:ext cx="6535711" cy="5960379"/>
              <a:chOff x="5276538" y="569626"/>
              <a:chExt cx="6535711" cy="5960379"/>
            </a:xfrm>
          </p:grpSpPr>
          <p:sp>
            <p:nvSpPr>
              <p:cNvPr id="109" name="Abgerundetes Rechteck 108">
                <a:extLst>
                  <a:ext uri="{FF2B5EF4-FFF2-40B4-BE49-F238E27FC236}">
                    <a16:creationId xmlns:a16="http://schemas.microsoft.com/office/drawing/2014/main" id="{E69066ED-C0EA-CFCE-1BF9-84E2FBD922D4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Textfeld 110">
                <a:extLst>
                  <a:ext uri="{FF2B5EF4-FFF2-40B4-BE49-F238E27FC236}">
                    <a16:creationId xmlns:a16="http://schemas.microsoft.com/office/drawing/2014/main" id="{D6FF5E72-217B-1315-A48A-01A36451759A}"/>
                  </a:ext>
                </a:extLst>
              </p:cNvPr>
              <p:cNvSpPr txBox="1"/>
              <p:nvPr/>
            </p:nvSpPr>
            <p:spPr>
              <a:xfrm>
                <a:off x="6485259" y="749427"/>
                <a:ext cx="419173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Challenges in Reward Shaping</a:t>
                </a:r>
              </a:p>
            </p:txBody>
          </p:sp>
        </p:grpSp>
        <p:sp>
          <p:nvSpPr>
            <p:cNvPr id="110" name="Textfeld 109">
              <a:extLst>
                <a:ext uri="{FF2B5EF4-FFF2-40B4-BE49-F238E27FC236}">
                  <a16:creationId xmlns:a16="http://schemas.microsoft.com/office/drawing/2014/main" id="{533FE894-47C6-7424-3F22-0EDF75E793EC}"/>
                </a:ext>
              </a:extLst>
            </p:cNvPr>
            <p:cNvSpPr txBox="1"/>
            <p:nvPr/>
          </p:nvSpPr>
          <p:spPr>
            <a:xfrm>
              <a:off x="1515787" y="1887587"/>
              <a:ext cx="5670246" cy="34471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dirty="0">
                  <a:effectLst/>
                </a:rPr>
                <a:t>Common Challenges </a:t>
              </a:r>
              <a:r>
                <a:rPr lang="de-DE" sz="2800" dirty="0" err="1">
                  <a:effectLst/>
                </a:rPr>
                <a:t>with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rewards</a:t>
              </a:r>
              <a:r>
                <a:rPr lang="de-DE" sz="2800" dirty="0">
                  <a:effectLst/>
                </a:rPr>
                <a:t>[1]:</a:t>
              </a:r>
            </a:p>
            <a:p>
              <a:r>
                <a:rPr lang="de-DE" sz="2800" dirty="0">
                  <a:effectLst/>
                </a:rPr>
                <a:t>    • </a:t>
              </a:r>
              <a:r>
                <a:rPr lang="de-DE" sz="2800" dirty="0" err="1">
                  <a:effectLst/>
                </a:rPr>
                <a:t>Reward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Sparsity</a:t>
              </a:r>
              <a:r>
                <a:rPr lang="de-DE" sz="2800" dirty="0">
                  <a:effectLst/>
                </a:rPr>
                <a:t>: </a:t>
              </a:r>
              <a:r>
                <a:rPr lang="de-DE" sz="2800" dirty="0" err="1">
                  <a:effectLst/>
                </a:rPr>
                <a:t>Too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little</a:t>
              </a:r>
              <a:r>
                <a:rPr lang="de-DE" sz="2800" dirty="0"/>
                <a:t> </a:t>
              </a:r>
              <a:r>
                <a:rPr lang="de-DE" sz="2800" dirty="0" err="1">
                  <a:effectLst/>
                </a:rPr>
                <a:t>rewards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for</a:t>
              </a:r>
              <a:r>
                <a:rPr lang="de-DE" sz="2800" dirty="0"/>
                <a:t> </a:t>
              </a:r>
              <a:r>
                <a:rPr lang="de-DE" sz="2800" dirty="0" err="1">
                  <a:effectLst/>
                </a:rPr>
                <a:t>effective</a:t>
              </a:r>
              <a:endParaRPr lang="de-DE" sz="2800" dirty="0">
                <a:effectLst/>
              </a:endParaRPr>
            </a:p>
            <a:p>
              <a:r>
                <a:rPr lang="de-DE" sz="2800" dirty="0"/>
                <a:t>       </a:t>
              </a:r>
              <a:r>
                <a:rPr lang="de-DE" sz="2800" dirty="0" err="1">
                  <a:effectLst/>
                </a:rPr>
                <a:t>learning</a:t>
              </a:r>
              <a:endParaRPr lang="de-DE" sz="2800" dirty="0">
                <a:effectLst/>
              </a:endParaRPr>
            </a:p>
            <a:p>
              <a:r>
                <a:rPr lang="de-DE" sz="2800" dirty="0">
                  <a:effectLst/>
                </a:rPr>
                <a:t>    • </a:t>
              </a:r>
              <a:r>
                <a:rPr lang="de-DE" sz="2800" dirty="0" err="1">
                  <a:effectLst/>
                </a:rPr>
                <a:t>Reward</a:t>
              </a:r>
              <a:r>
                <a:rPr lang="de-DE" sz="2800" dirty="0">
                  <a:effectLst/>
                </a:rPr>
                <a:t> Hacking: Agent </a:t>
              </a:r>
              <a:r>
                <a:rPr lang="de-DE" sz="2800" dirty="0" err="1">
                  <a:effectLst/>
                </a:rPr>
                <a:t>maximizes</a:t>
              </a:r>
              <a:r>
                <a:rPr lang="de-DE" sz="2800" dirty="0"/>
                <a:t> </a:t>
              </a:r>
              <a:r>
                <a:rPr lang="de-DE" sz="2800" dirty="0" err="1">
                  <a:effectLst/>
                </a:rPr>
                <a:t>rewards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rather</a:t>
              </a:r>
              <a:endParaRPr lang="de-DE" sz="2800" dirty="0">
                <a:effectLst/>
              </a:endParaRPr>
            </a:p>
            <a:p>
              <a:r>
                <a:rPr lang="de-DE" sz="2800" dirty="0"/>
                <a:t>       </a:t>
              </a:r>
              <a:r>
                <a:rPr lang="de-DE" sz="2800" dirty="0" err="1">
                  <a:effectLst/>
                </a:rPr>
                <a:t>than</a:t>
              </a:r>
              <a:r>
                <a:rPr lang="de-DE" sz="2800" dirty="0"/>
                <a:t> </a:t>
              </a:r>
              <a:r>
                <a:rPr lang="de-DE" sz="2800" dirty="0" err="1">
                  <a:effectLst/>
                </a:rPr>
                <a:t>learn</a:t>
              </a:r>
              <a:r>
                <a:rPr lang="de-DE" sz="2800" dirty="0"/>
                <a:t> </a:t>
              </a:r>
              <a:r>
                <a:rPr lang="de-DE" sz="2800" dirty="0">
                  <a:effectLst/>
                </a:rPr>
                <a:t>end </a:t>
              </a:r>
              <a:r>
                <a:rPr lang="de-DE" sz="2800" dirty="0" err="1">
                  <a:effectLst/>
                </a:rPr>
                <a:t>goal</a:t>
              </a:r>
              <a:endParaRPr lang="de-DE" sz="2800" dirty="0">
                <a:effectLst/>
              </a:endParaRPr>
            </a:p>
            <a:p>
              <a:r>
                <a:rPr lang="de-DE" sz="2800" dirty="0">
                  <a:effectLst/>
                </a:rPr>
                <a:t>    • </a:t>
              </a:r>
              <a:r>
                <a:rPr lang="de-DE" sz="2800" dirty="0" err="1">
                  <a:effectLst/>
                </a:rPr>
                <a:t>Misaligned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Rewards</a:t>
              </a:r>
              <a:r>
                <a:rPr lang="de-DE" sz="2800" dirty="0">
                  <a:effectLst/>
                </a:rPr>
                <a:t>: </a:t>
              </a:r>
              <a:r>
                <a:rPr lang="de-DE" sz="2800" dirty="0" err="1">
                  <a:effectLst/>
                </a:rPr>
                <a:t>Rewards</a:t>
              </a:r>
              <a:r>
                <a:rPr lang="de-DE" sz="2800" dirty="0">
                  <a:effectLst/>
                </a:rPr>
                <a:t> do not </a:t>
              </a:r>
              <a:r>
                <a:rPr lang="de-DE" sz="2800" dirty="0" err="1">
                  <a:effectLst/>
                </a:rPr>
                <a:t>insentivize</a:t>
              </a:r>
              <a:endParaRPr lang="de-DE" sz="2800" dirty="0">
                <a:effectLst/>
              </a:endParaRPr>
            </a:p>
            <a:p>
              <a:r>
                <a:rPr lang="de-DE" sz="2800" dirty="0"/>
                <a:t>       </a:t>
              </a:r>
              <a:r>
                <a:rPr lang="de-DE" sz="2800" dirty="0" err="1">
                  <a:effectLst/>
                </a:rPr>
                <a:t>behaviour</a:t>
              </a:r>
              <a:endParaRPr lang="de-DE" sz="2800" dirty="0">
                <a:effectLst/>
              </a:endParaRPr>
            </a:p>
            <a:p>
              <a:r>
                <a:rPr lang="de-DE" sz="2800" dirty="0">
                  <a:effectLst/>
                </a:rPr>
                <a:t>    •</a:t>
              </a:r>
              <a:r>
                <a:rPr lang="de-DE" sz="2800" dirty="0"/>
                <a:t> </a:t>
              </a:r>
              <a:r>
                <a:rPr lang="de-DE" sz="2800" dirty="0">
                  <a:effectLst/>
                </a:rPr>
                <a:t>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997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feld 102">
            <a:extLst>
              <a:ext uri="{FF2B5EF4-FFF2-40B4-BE49-F238E27FC236}">
                <a16:creationId xmlns:a16="http://schemas.microsoft.com/office/drawing/2014/main" id="{2D5F0D7E-9864-DB12-558B-54F8AE5AD1F4}"/>
              </a:ext>
            </a:extLst>
          </p:cNvPr>
          <p:cNvSpPr txBox="1"/>
          <p:nvPr/>
        </p:nvSpPr>
        <p:spPr>
          <a:xfrm>
            <a:off x="2621280" y="327995"/>
            <a:ext cx="694944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AI4Math</a:t>
            </a:r>
          </a:p>
          <a:p>
            <a:pPr algn="ctr"/>
            <a:r>
              <a:rPr lang="en-US" sz="3200" b="1" dirty="0"/>
              <a:t>Reinforcement Learning – Chess Model</a:t>
            </a:r>
          </a:p>
          <a:p>
            <a:pPr algn="ctr"/>
            <a:endParaRPr lang="en-US" sz="3200" b="1" dirty="0"/>
          </a:p>
          <a:p>
            <a:pPr algn="ctr"/>
            <a:r>
              <a:rPr lang="en-US" sz="2000" dirty="0"/>
              <a:t>Jakob [LAST_NAME], </a:t>
            </a:r>
            <a:r>
              <a:rPr lang="en-US" sz="2000" dirty="0" err="1"/>
              <a:t>Jannis</a:t>
            </a:r>
            <a:r>
              <a:rPr lang="en-US" sz="2000" dirty="0"/>
              <a:t> [LAST_NAME], </a:t>
            </a:r>
            <a:r>
              <a:rPr lang="en-US" sz="2000" dirty="0" err="1"/>
              <a:t>Patric</a:t>
            </a:r>
            <a:r>
              <a:rPr lang="en-US" sz="2000" dirty="0"/>
              <a:t> Riedel</a:t>
            </a:r>
            <a:endParaRPr lang="en-US" sz="2400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6C5DD21-8D3D-1CD3-62F4-4FE645B10350}"/>
              </a:ext>
            </a:extLst>
          </p:cNvPr>
          <p:cNvGrpSpPr/>
          <p:nvPr/>
        </p:nvGrpSpPr>
        <p:grpSpPr>
          <a:xfrm>
            <a:off x="-744000" y="-3411000"/>
            <a:ext cx="13680000" cy="13680000"/>
            <a:chOff x="2856000" y="183168"/>
            <a:chExt cx="6480000" cy="6485832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86868810-1380-181A-F976-D6EE22AE0719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F0A0F860-6741-7DC7-366A-73D58FA59383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A55BE214-2143-9DBB-3685-874C1393A8F8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6D36A2B9-1042-E6B9-B17F-0D23E83252DC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9B1FC34D-13FE-F21C-A703-86EEB8D2BBAC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C0312F37-747F-9747-3CA8-927C1A53068A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7F388707-20EF-D0D4-80DE-A787B02343BE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29706C26-E195-EA08-2488-227FCD1A2AE2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63515A3D-104A-1E00-BB30-951BA696F940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1BBBED00-EA64-67FE-DBC6-EA095DC54F37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7036B56C-E8D0-69F8-4D1B-B755B5AA1690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8A384C33-EB9E-BEDD-7122-7DC968759F7C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D6B8E93D-8EBC-17BE-0041-6990DE2A23BA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E6B8F67-2E8C-5592-130E-BC0E37BD9F8B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BDD8D72E-1DD9-174C-ED38-4D927243802F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403F40FB-2D3A-F9E9-E42E-7501A825C2E6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A9846445-644B-A5E4-2AAC-FEDEC017542F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2123A8B5-EE82-CB2F-B3D6-20BA567B8137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DB0C12D4-B2A3-9522-3344-BE6AC4359EC7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C54619D4-B65A-CAD4-DAB2-9540262A15D0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9C1844DA-B2BA-6946-D0CB-48A232CBA6F8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B1F6E8C3-86B1-CAF9-7962-35DD33B19623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DAC51F65-3A54-92FF-07F6-46D3E71973E8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25586E95-A933-B001-8B28-8FA2B0173D43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34F907F7-1CB2-067B-560A-9B1CE984F24E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FF5168E4-34A7-5536-7A39-6A13EF71213E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3F05F9BB-6EC4-BABE-92C5-19F5C20E2D75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2DA35E39-B130-27CD-E1B4-471BF7BE2FDE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F7358D0A-EEDF-A203-B799-3ED5B056E309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6D27E8DA-3B14-65D6-2F90-234FE8AEDC9B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758DA172-6B71-6E9B-2280-ADB6F6C5DE7E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3E111E5F-DD9B-AAC5-4EAD-3E30CD924C10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2C0E6521-17EF-83D9-8806-C08277D692F1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286CE3B8-8D66-CE5E-9097-27AFCB0A5CFD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BC64827-2366-7CAA-2339-AC6682523015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0E1A4C6A-9423-8B45-12E8-79DEC06B87DD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53B16FAF-AAA5-5534-81E9-12A531CCC826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C17E5C34-D302-39A8-4AD6-3851020705A3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1706C2A1-23B8-A01E-A0A0-F7DA9E3EB8F6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EFA9016B-2B58-8C05-9421-C3BE76718D6D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9088FFBC-06B6-16E1-8583-7FBBC233734C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FCE85D0D-0EB8-BB75-085B-94F0CDD5EEB6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FFC409D3-B6E0-30D4-AD09-6E6ED376ADD6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hteck 13">
                <a:extLst>
                  <a:ext uri="{FF2B5EF4-FFF2-40B4-BE49-F238E27FC236}">
                    <a16:creationId xmlns:a16="http://schemas.microsoft.com/office/drawing/2014/main" id="{BD3C1EEE-7F4D-938E-3DE1-B3FDCFC80921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3B75DE60-8E5A-6401-7BAC-1C88BB22BA67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87CC9FCE-380C-539C-C136-89B4967E7C0B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AC85A7D1-F443-C635-E98E-57196F54967C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E6F3F312-4B88-D219-AE32-7EBF3F3564B9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D985B27D-EA30-A2E1-66A2-FBACDA3D3E3D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08D1A9B3-18CB-B8B3-933D-51C97C86E51C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76FC813C-9491-416D-0842-447A16B3A201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F7340945-F2F0-F003-FFF6-BF0E63BEB7E2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F1F8ABB8-DC6E-4AEE-6CB3-40F8F1F97ABD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F17531FB-67E6-8F7E-4AA6-DA4CCBF29DA2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D6DFEF24-C738-A758-124C-39A4854227D7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C6DAEFA8-2045-269F-F0C5-C71ACC89C48D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5AB5D222-0B50-2354-0D04-852119D1E0D7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5DB31B53-BA8A-2CE5-0BA4-C4DCDF9EA2CA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FB5BC67B-0F03-7F0F-948C-6FB7B743C3AB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4056F70E-FF94-9E47-7153-D4DBDBAE40DD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ECA94949-7457-7055-6FE6-3824E189C3B8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479F269F-76A6-C0E3-C555-EAD73EABC492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28677284-F69F-FC94-B40E-D18864CBD6AA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9E3E19AC-A3FA-BC64-7A39-9DF69990BBBF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AA291A02-ABF9-1EC9-8056-33321456A1D1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0067F39E-CDFB-8AE9-345E-9AFF689CC35C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0CE75BB7-DCB8-A170-7383-DE08AF14AE71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E0297708-D690-C5A7-4847-BE82BF45BABA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7C80FA83-7EDD-8CE9-6C78-DB7EAA13DBA9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DABB039A-7062-EABE-165E-3BFBF75627AF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06003D34-9692-7C72-B419-4D2CB8D38070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AEA10B22-76AD-EC45-81CC-39D536FC56C6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4C6B565E-002B-D479-78A9-7C4BD0CD884B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FA9FB750-4F48-6AFD-3860-3B631B85FFCC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9A9A8110-3724-06D9-B402-608CA1DE5794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B6FE0B60-2A1C-557A-6D28-449B572A887F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E6F324FB-283D-D98B-991D-639D20407413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hteck 47">
                <a:extLst>
                  <a:ext uri="{FF2B5EF4-FFF2-40B4-BE49-F238E27FC236}">
                    <a16:creationId xmlns:a16="http://schemas.microsoft.com/office/drawing/2014/main" id="{913D8CC8-9BD8-0704-8BEE-934DBBC213AA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94D20B59-E5BD-E02A-99E8-BE1DEC2728C1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hteck 49">
                <a:extLst>
                  <a:ext uri="{FF2B5EF4-FFF2-40B4-BE49-F238E27FC236}">
                    <a16:creationId xmlns:a16="http://schemas.microsoft.com/office/drawing/2014/main" id="{C791D596-57B8-627C-5BDA-9D0719B85DF8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hteck 50">
                <a:extLst>
                  <a:ext uri="{FF2B5EF4-FFF2-40B4-BE49-F238E27FC236}">
                    <a16:creationId xmlns:a16="http://schemas.microsoft.com/office/drawing/2014/main" id="{970BD8E1-843B-4EB2-39F5-DD108C19DB92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2BACC614-E4CF-FA5B-65F2-9EB9EE449CAD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hteck 52">
                <a:extLst>
                  <a:ext uri="{FF2B5EF4-FFF2-40B4-BE49-F238E27FC236}">
                    <a16:creationId xmlns:a16="http://schemas.microsoft.com/office/drawing/2014/main" id="{69E69FFC-9289-855D-3F3F-A944E8204C8E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hteck 53">
                <a:extLst>
                  <a:ext uri="{FF2B5EF4-FFF2-40B4-BE49-F238E27FC236}">
                    <a16:creationId xmlns:a16="http://schemas.microsoft.com/office/drawing/2014/main" id="{72F4528C-721B-ABDC-23FF-1987D982A2CC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292D907D-29AF-73AB-2E7D-65182203C7FA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hteck 55">
                <a:extLst>
                  <a:ext uri="{FF2B5EF4-FFF2-40B4-BE49-F238E27FC236}">
                    <a16:creationId xmlns:a16="http://schemas.microsoft.com/office/drawing/2014/main" id="{2E78A0A4-6389-DF80-39CC-6815E955A5EF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hteck 56">
                <a:extLst>
                  <a:ext uri="{FF2B5EF4-FFF2-40B4-BE49-F238E27FC236}">
                    <a16:creationId xmlns:a16="http://schemas.microsoft.com/office/drawing/2014/main" id="{8309C323-7B0F-B5B6-1725-B1334DE775A0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hteck 57">
                <a:extLst>
                  <a:ext uri="{FF2B5EF4-FFF2-40B4-BE49-F238E27FC236}">
                    <a16:creationId xmlns:a16="http://schemas.microsoft.com/office/drawing/2014/main" id="{330BEAD6-2F39-CD3D-A99F-503EE7716E73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hteck 58">
                <a:extLst>
                  <a:ext uri="{FF2B5EF4-FFF2-40B4-BE49-F238E27FC236}">
                    <a16:creationId xmlns:a16="http://schemas.microsoft.com/office/drawing/2014/main" id="{D902C8D8-13D0-07A6-43B5-7661F3400C7A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4B028D3E-589A-5856-45A0-620D9EA7431F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85ABC4FC-4E65-F005-5B48-1F0AE44966DB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675AC87B-AA3C-073D-685E-070250B021F9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E081357C-3FDE-B9A1-9E8D-25D99CE36854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19EF41FF-C2AA-08F0-8E65-7CF52B3F0F9F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FF322639-793B-97CD-7941-2F9F230988D1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20896529-57EE-6A5E-78D9-FCA3D6002930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61350A6C-A0E4-8D24-E618-690431D429C4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DBD4F243-BE25-C3BB-48CB-AAE927BB194B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317DB000-FAF1-F86D-39B4-123F29113CB0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8D2DB2B0-20F3-A78C-94CB-2757DE66462B}"/>
              </a:ext>
            </a:extLst>
          </p:cNvPr>
          <p:cNvSpPr txBox="1"/>
          <p:nvPr/>
        </p:nvSpPr>
        <p:spPr>
          <a:xfrm>
            <a:off x="1536001" y="405265"/>
            <a:ext cx="1520000" cy="151125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C0F4D3EC-3675-6D97-6E84-793554CB411F}"/>
              </a:ext>
            </a:extLst>
          </p:cNvPr>
          <p:cNvSpPr txBox="1"/>
          <p:nvPr/>
        </p:nvSpPr>
        <p:spPr>
          <a:xfrm>
            <a:off x="10672000" y="3435150"/>
            <a:ext cx="1520000" cy="151213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</p:spTree>
    <p:extLst>
      <p:ext uri="{BB962C8B-B14F-4D97-AF65-F5344CB8AC3E}">
        <p14:creationId xmlns:p14="http://schemas.microsoft.com/office/powerpoint/2010/main" val="1306211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A3646DB7-3854-B103-7C77-3D3A105A358D}"/>
              </a:ext>
            </a:extLst>
          </p:cNvPr>
          <p:cNvGrpSpPr/>
          <p:nvPr/>
        </p:nvGrpSpPr>
        <p:grpSpPr>
          <a:xfrm>
            <a:off x="-5555641" y="-9853607"/>
            <a:ext cx="20520000" cy="20520000"/>
            <a:chOff x="2856000" y="183168"/>
            <a:chExt cx="6480000" cy="6485832"/>
          </a:xfrm>
        </p:grpSpPr>
        <p:grpSp>
          <p:nvGrpSpPr>
            <p:cNvPr id="113" name="Gruppieren 112">
              <a:extLst>
                <a:ext uri="{FF2B5EF4-FFF2-40B4-BE49-F238E27FC236}">
                  <a16:creationId xmlns:a16="http://schemas.microsoft.com/office/drawing/2014/main" id="{1F227626-8888-1EA8-9D91-D59EDA6F47B5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179" name="Rechteck 178">
                <a:extLst>
                  <a:ext uri="{FF2B5EF4-FFF2-40B4-BE49-F238E27FC236}">
                    <a16:creationId xmlns:a16="http://schemas.microsoft.com/office/drawing/2014/main" id="{91B6AD5A-AEEC-5AD5-E35D-65E8BBAFD79B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0" name="Textfeld 179">
                <a:extLst>
                  <a:ext uri="{FF2B5EF4-FFF2-40B4-BE49-F238E27FC236}">
                    <a16:creationId xmlns:a16="http://schemas.microsoft.com/office/drawing/2014/main" id="{E8634D3A-D250-372B-F318-B5DCE28D7703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81" name="Textfeld 180">
                <a:extLst>
                  <a:ext uri="{FF2B5EF4-FFF2-40B4-BE49-F238E27FC236}">
                    <a16:creationId xmlns:a16="http://schemas.microsoft.com/office/drawing/2014/main" id="{C12650FA-8B80-0AF7-A814-8C4BD861A799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82" name="Textfeld 181">
                <a:extLst>
                  <a:ext uri="{FF2B5EF4-FFF2-40B4-BE49-F238E27FC236}">
                    <a16:creationId xmlns:a16="http://schemas.microsoft.com/office/drawing/2014/main" id="{1360E75F-3CD3-39EA-799F-B0410111FDAE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83" name="Textfeld 182">
                <a:extLst>
                  <a:ext uri="{FF2B5EF4-FFF2-40B4-BE49-F238E27FC236}">
                    <a16:creationId xmlns:a16="http://schemas.microsoft.com/office/drawing/2014/main" id="{17E09DC7-3DBD-46AC-2B84-5DBE9E72A9F5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84" name="Textfeld 183">
                <a:extLst>
                  <a:ext uri="{FF2B5EF4-FFF2-40B4-BE49-F238E27FC236}">
                    <a16:creationId xmlns:a16="http://schemas.microsoft.com/office/drawing/2014/main" id="{CB4AF9DC-FD41-BD3B-DA33-5B302926AD54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85" name="Textfeld 184">
                <a:extLst>
                  <a:ext uri="{FF2B5EF4-FFF2-40B4-BE49-F238E27FC236}">
                    <a16:creationId xmlns:a16="http://schemas.microsoft.com/office/drawing/2014/main" id="{D84E922A-DC2D-5123-FC71-464114D5CFB3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86" name="Textfeld 185">
                <a:extLst>
                  <a:ext uri="{FF2B5EF4-FFF2-40B4-BE49-F238E27FC236}">
                    <a16:creationId xmlns:a16="http://schemas.microsoft.com/office/drawing/2014/main" id="{6BEB5B13-D845-A787-B0D5-39B344A6E912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87" name="Textfeld 186">
                <a:extLst>
                  <a:ext uri="{FF2B5EF4-FFF2-40B4-BE49-F238E27FC236}">
                    <a16:creationId xmlns:a16="http://schemas.microsoft.com/office/drawing/2014/main" id="{F6A8DFCA-9C60-5EBD-4050-64B277F4265B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88" name="Textfeld 187">
                <a:extLst>
                  <a:ext uri="{FF2B5EF4-FFF2-40B4-BE49-F238E27FC236}">
                    <a16:creationId xmlns:a16="http://schemas.microsoft.com/office/drawing/2014/main" id="{D92EAA47-E2A9-CF7E-5F7C-1E1B72D0813A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89" name="Textfeld 188">
                <a:extLst>
                  <a:ext uri="{FF2B5EF4-FFF2-40B4-BE49-F238E27FC236}">
                    <a16:creationId xmlns:a16="http://schemas.microsoft.com/office/drawing/2014/main" id="{81D67242-247F-3FD5-183F-A14AA1529832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90" name="Textfeld 189">
                <a:extLst>
                  <a:ext uri="{FF2B5EF4-FFF2-40B4-BE49-F238E27FC236}">
                    <a16:creationId xmlns:a16="http://schemas.microsoft.com/office/drawing/2014/main" id="{C1AEE454-CC1A-9238-CA79-65EE1BB46362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91" name="Textfeld 190">
                <a:extLst>
                  <a:ext uri="{FF2B5EF4-FFF2-40B4-BE49-F238E27FC236}">
                    <a16:creationId xmlns:a16="http://schemas.microsoft.com/office/drawing/2014/main" id="{B10D6305-BBEF-37C5-67FA-74DFE8075E93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92" name="Textfeld 191">
                <a:extLst>
                  <a:ext uri="{FF2B5EF4-FFF2-40B4-BE49-F238E27FC236}">
                    <a16:creationId xmlns:a16="http://schemas.microsoft.com/office/drawing/2014/main" id="{676BE778-C163-CE60-2C43-1ADCD5CEC217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93" name="Textfeld 192">
                <a:extLst>
                  <a:ext uri="{FF2B5EF4-FFF2-40B4-BE49-F238E27FC236}">
                    <a16:creationId xmlns:a16="http://schemas.microsoft.com/office/drawing/2014/main" id="{732D814C-FD22-4377-C140-69A3D2CEC3FB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94" name="Textfeld 193">
                <a:extLst>
                  <a:ext uri="{FF2B5EF4-FFF2-40B4-BE49-F238E27FC236}">
                    <a16:creationId xmlns:a16="http://schemas.microsoft.com/office/drawing/2014/main" id="{63D2D260-04D0-8DEB-BCD7-DF6FB0014BF8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95" name="Textfeld 194">
                <a:extLst>
                  <a:ext uri="{FF2B5EF4-FFF2-40B4-BE49-F238E27FC236}">
                    <a16:creationId xmlns:a16="http://schemas.microsoft.com/office/drawing/2014/main" id="{9D6D4839-8148-482E-D57D-D21B045E4EA8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65FC36F0-582D-69DF-DB16-3C04CDEA7A4F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197" name="Textfeld 196">
                <a:extLst>
                  <a:ext uri="{FF2B5EF4-FFF2-40B4-BE49-F238E27FC236}">
                    <a16:creationId xmlns:a16="http://schemas.microsoft.com/office/drawing/2014/main" id="{87694C37-9E8C-3378-2195-44223B26D8D1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8EBDE4DF-B858-6D8F-F280-3A3624AE5604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199" name="Textfeld 198">
                <a:extLst>
                  <a:ext uri="{FF2B5EF4-FFF2-40B4-BE49-F238E27FC236}">
                    <a16:creationId xmlns:a16="http://schemas.microsoft.com/office/drawing/2014/main" id="{C2BD509C-EDD9-F635-E256-3ECF377F4506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00" name="Textfeld 199">
                <a:extLst>
                  <a:ext uri="{FF2B5EF4-FFF2-40B4-BE49-F238E27FC236}">
                    <a16:creationId xmlns:a16="http://schemas.microsoft.com/office/drawing/2014/main" id="{02118829-EDA5-4418-B15B-30F2C12F202E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01" name="Textfeld 200">
                <a:extLst>
                  <a:ext uri="{FF2B5EF4-FFF2-40B4-BE49-F238E27FC236}">
                    <a16:creationId xmlns:a16="http://schemas.microsoft.com/office/drawing/2014/main" id="{CBBFDAAE-54DF-973A-8429-F4046E81C73D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02" name="Textfeld 201">
                <a:extLst>
                  <a:ext uri="{FF2B5EF4-FFF2-40B4-BE49-F238E27FC236}">
                    <a16:creationId xmlns:a16="http://schemas.microsoft.com/office/drawing/2014/main" id="{9941CC9E-4EC7-8F04-1DC1-E4704563B3C0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E017A4F7-C541-8286-01B2-92E4CC0FB80A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7494B63A-C186-B3EA-D718-D9BC8EB4C312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205" name="Textfeld 204">
                <a:extLst>
                  <a:ext uri="{FF2B5EF4-FFF2-40B4-BE49-F238E27FC236}">
                    <a16:creationId xmlns:a16="http://schemas.microsoft.com/office/drawing/2014/main" id="{18252190-39D2-C398-EBE9-04AA3DAE504C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06" name="Textfeld 205">
                <a:extLst>
                  <a:ext uri="{FF2B5EF4-FFF2-40B4-BE49-F238E27FC236}">
                    <a16:creationId xmlns:a16="http://schemas.microsoft.com/office/drawing/2014/main" id="{4F39E298-2CDE-6846-16E1-9DE09900513F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07" name="Textfeld 206">
                <a:extLst>
                  <a:ext uri="{FF2B5EF4-FFF2-40B4-BE49-F238E27FC236}">
                    <a16:creationId xmlns:a16="http://schemas.microsoft.com/office/drawing/2014/main" id="{ADDA2127-0AD0-8B6A-7AF2-4BE5496D8EE1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08" name="Textfeld 207">
                <a:extLst>
                  <a:ext uri="{FF2B5EF4-FFF2-40B4-BE49-F238E27FC236}">
                    <a16:creationId xmlns:a16="http://schemas.microsoft.com/office/drawing/2014/main" id="{6661257C-A262-4169-653F-58B3CFAF9578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09" name="Textfeld 208">
                <a:extLst>
                  <a:ext uri="{FF2B5EF4-FFF2-40B4-BE49-F238E27FC236}">
                    <a16:creationId xmlns:a16="http://schemas.microsoft.com/office/drawing/2014/main" id="{A8F6B2FD-1BFA-1870-A202-55D3E431919B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10" name="Textfeld 209">
                <a:extLst>
                  <a:ext uri="{FF2B5EF4-FFF2-40B4-BE49-F238E27FC236}">
                    <a16:creationId xmlns:a16="http://schemas.microsoft.com/office/drawing/2014/main" id="{995A53A1-0C81-787B-5C0E-507B84711198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11" name="Textfeld 210">
                <a:extLst>
                  <a:ext uri="{FF2B5EF4-FFF2-40B4-BE49-F238E27FC236}">
                    <a16:creationId xmlns:a16="http://schemas.microsoft.com/office/drawing/2014/main" id="{C44AC12C-2703-D801-DAE7-32BC536C2A50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114" name="Gruppieren 113">
              <a:extLst>
                <a:ext uri="{FF2B5EF4-FFF2-40B4-BE49-F238E27FC236}">
                  <a16:creationId xmlns:a16="http://schemas.microsoft.com/office/drawing/2014/main" id="{4415E540-CB71-7524-A79E-604D28EDC2D6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115" name="Rechteck 114">
                <a:extLst>
                  <a:ext uri="{FF2B5EF4-FFF2-40B4-BE49-F238E27FC236}">
                    <a16:creationId xmlns:a16="http://schemas.microsoft.com/office/drawing/2014/main" id="{466C8DED-BFD2-8FD5-BE58-FCB166B292D2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Rechteck 115">
                <a:extLst>
                  <a:ext uri="{FF2B5EF4-FFF2-40B4-BE49-F238E27FC236}">
                    <a16:creationId xmlns:a16="http://schemas.microsoft.com/office/drawing/2014/main" id="{A5C5817F-CBD4-E2A7-800B-F031A7CD5449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hteck 116">
                <a:extLst>
                  <a:ext uri="{FF2B5EF4-FFF2-40B4-BE49-F238E27FC236}">
                    <a16:creationId xmlns:a16="http://schemas.microsoft.com/office/drawing/2014/main" id="{DD3609E7-F188-7267-AE83-25B6EE690AD4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hteck 117">
                <a:extLst>
                  <a:ext uri="{FF2B5EF4-FFF2-40B4-BE49-F238E27FC236}">
                    <a16:creationId xmlns:a16="http://schemas.microsoft.com/office/drawing/2014/main" id="{756DF58E-10C0-F8EE-757D-49EFA231B3AB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hteck 118">
                <a:extLst>
                  <a:ext uri="{FF2B5EF4-FFF2-40B4-BE49-F238E27FC236}">
                    <a16:creationId xmlns:a16="http://schemas.microsoft.com/office/drawing/2014/main" id="{BA38EF0C-9223-AFFF-221C-52534ACED809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hteck 119">
                <a:extLst>
                  <a:ext uri="{FF2B5EF4-FFF2-40B4-BE49-F238E27FC236}">
                    <a16:creationId xmlns:a16="http://schemas.microsoft.com/office/drawing/2014/main" id="{72F132EE-5530-B19B-C3F0-E927130B9787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hteck 120">
                <a:extLst>
                  <a:ext uri="{FF2B5EF4-FFF2-40B4-BE49-F238E27FC236}">
                    <a16:creationId xmlns:a16="http://schemas.microsoft.com/office/drawing/2014/main" id="{A0C55957-027C-533F-9B41-81A9A5700BDD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28E1C657-845D-3521-7B59-5BD7B02644FB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hteck 122">
                <a:extLst>
                  <a:ext uri="{FF2B5EF4-FFF2-40B4-BE49-F238E27FC236}">
                    <a16:creationId xmlns:a16="http://schemas.microsoft.com/office/drawing/2014/main" id="{78059920-CAED-D1CC-49AA-221F19092037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4C2A84A2-80F0-AD56-8D0E-98BF3E627158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4ADFFB42-68DB-BB32-0C50-67EC5EEF57AF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hteck 125">
                <a:extLst>
                  <a:ext uri="{FF2B5EF4-FFF2-40B4-BE49-F238E27FC236}">
                    <a16:creationId xmlns:a16="http://schemas.microsoft.com/office/drawing/2014/main" id="{7A2F9679-BE77-3915-1181-089D8CDD8383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BD64A92A-7CDA-8F2C-A307-62A6DE7B22E7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hteck 127">
                <a:extLst>
                  <a:ext uri="{FF2B5EF4-FFF2-40B4-BE49-F238E27FC236}">
                    <a16:creationId xmlns:a16="http://schemas.microsoft.com/office/drawing/2014/main" id="{28A0E454-B4E9-4EC4-CFA4-1B3C39D2A245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hteck 128">
                <a:extLst>
                  <a:ext uri="{FF2B5EF4-FFF2-40B4-BE49-F238E27FC236}">
                    <a16:creationId xmlns:a16="http://schemas.microsoft.com/office/drawing/2014/main" id="{27513455-3C07-A533-6F04-FED19F434C1E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hteck 129">
                <a:extLst>
                  <a:ext uri="{FF2B5EF4-FFF2-40B4-BE49-F238E27FC236}">
                    <a16:creationId xmlns:a16="http://schemas.microsoft.com/office/drawing/2014/main" id="{4DBDEB13-0065-1BC7-42EF-6E16AD7BCA78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hteck 130">
                <a:extLst>
                  <a:ext uri="{FF2B5EF4-FFF2-40B4-BE49-F238E27FC236}">
                    <a16:creationId xmlns:a16="http://schemas.microsoft.com/office/drawing/2014/main" id="{4F3AEF49-53B7-30AA-388C-406DF9F82318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434AA10D-EFB1-DBA7-2168-2C619E22CFE0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15BF3D54-DED8-0722-46E1-0102A8FA0107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A1C7C627-1944-AAAC-5D37-6756BA73A2D2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hteck 134">
                <a:extLst>
                  <a:ext uri="{FF2B5EF4-FFF2-40B4-BE49-F238E27FC236}">
                    <a16:creationId xmlns:a16="http://schemas.microsoft.com/office/drawing/2014/main" id="{8D3B68E1-ADD7-00CF-CB7A-27D0546BE90A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hteck 135">
                <a:extLst>
                  <a:ext uri="{FF2B5EF4-FFF2-40B4-BE49-F238E27FC236}">
                    <a16:creationId xmlns:a16="http://schemas.microsoft.com/office/drawing/2014/main" id="{EE5C1B14-0587-91B1-9E9E-8BCA3CAE9E29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hteck 136">
                <a:extLst>
                  <a:ext uri="{FF2B5EF4-FFF2-40B4-BE49-F238E27FC236}">
                    <a16:creationId xmlns:a16="http://schemas.microsoft.com/office/drawing/2014/main" id="{B5BC884B-6053-7BA5-0470-9B151E6D839F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hteck 137">
                <a:extLst>
                  <a:ext uri="{FF2B5EF4-FFF2-40B4-BE49-F238E27FC236}">
                    <a16:creationId xmlns:a16="http://schemas.microsoft.com/office/drawing/2014/main" id="{FD4CA039-BD60-84F6-3FB4-416216777477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hteck 138">
                <a:extLst>
                  <a:ext uri="{FF2B5EF4-FFF2-40B4-BE49-F238E27FC236}">
                    <a16:creationId xmlns:a16="http://schemas.microsoft.com/office/drawing/2014/main" id="{9605C0D8-C180-5403-1CDB-86BAD10EA511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hteck 139">
                <a:extLst>
                  <a:ext uri="{FF2B5EF4-FFF2-40B4-BE49-F238E27FC236}">
                    <a16:creationId xmlns:a16="http://schemas.microsoft.com/office/drawing/2014/main" id="{E5E5E218-33E8-DC6C-B1B8-BA69D8F5BB2C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hteck 140">
                <a:extLst>
                  <a:ext uri="{FF2B5EF4-FFF2-40B4-BE49-F238E27FC236}">
                    <a16:creationId xmlns:a16="http://schemas.microsoft.com/office/drawing/2014/main" id="{37F9076E-F978-254C-1F81-7E2F6BC15C0E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hteck 141">
                <a:extLst>
                  <a:ext uri="{FF2B5EF4-FFF2-40B4-BE49-F238E27FC236}">
                    <a16:creationId xmlns:a16="http://schemas.microsoft.com/office/drawing/2014/main" id="{2DE05A17-6D01-54CD-99E3-BDCC97E73113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hteck 142">
                <a:extLst>
                  <a:ext uri="{FF2B5EF4-FFF2-40B4-BE49-F238E27FC236}">
                    <a16:creationId xmlns:a16="http://schemas.microsoft.com/office/drawing/2014/main" id="{F41517A9-7218-E74A-F71E-C8FAE4D8E86C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hteck 143">
                <a:extLst>
                  <a:ext uri="{FF2B5EF4-FFF2-40B4-BE49-F238E27FC236}">
                    <a16:creationId xmlns:a16="http://schemas.microsoft.com/office/drawing/2014/main" id="{AD53B2A9-74E2-B829-3960-DA58D6276C02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C36ADEB6-23E9-78A3-7A74-4392ED66AB18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hteck 145">
                <a:extLst>
                  <a:ext uri="{FF2B5EF4-FFF2-40B4-BE49-F238E27FC236}">
                    <a16:creationId xmlns:a16="http://schemas.microsoft.com/office/drawing/2014/main" id="{E7DCDE64-EF31-F1B0-8807-5DD232C5522D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hteck 146">
                <a:extLst>
                  <a:ext uri="{FF2B5EF4-FFF2-40B4-BE49-F238E27FC236}">
                    <a16:creationId xmlns:a16="http://schemas.microsoft.com/office/drawing/2014/main" id="{BD0263CC-27F6-6D72-539E-4379011590AD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hteck 147">
                <a:extLst>
                  <a:ext uri="{FF2B5EF4-FFF2-40B4-BE49-F238E27FC236}">
                    <a16:creationId xmlns:a16="http://schemas.microsoft.com/office/drawing/2014/main" id="{E16D39E6-09B5-401A-EAF2-499526105C35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hteck 148">
                <a:extLst>
                  <a:ext uri="{FF2B5EF4-FFF2-40B4-BE49-F238E27FC236}">
                    <a16:creationId xmlns:a16="http://schemas.microsoft.com/office/drawing/2014/main" id="{7C1CFE6C-16D8-4A88-6F74-F63D23D3C460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hteck 149">
                <a:extLst>
                  <a:ext uri="{FF2B5EF4-FFF2-40B4-BE49-F238E27FC236}">
                    <a16:creationId xmlns:a16="http://schemas.microsoft.com/office/drawing/2014/main" id="{00C7AAA0-F5F7-0A14-C120-E6176615269A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hteck 150">
                <a:extLst>
                  <a:ext uri="{FF2B5EF4-FFF2-40B4-BE49-F238E27FC236}">
                    <a16:creationId xmlns:a16="http://schemas.microsoft.com/office/drawing/2014/main" id="{B266941C-9675-C8D1-D23F-BE801210284C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hteck 151">
                <a:extLst>
                  <a:ext uri="{FF2B5EF4-FFF2-40B4-BE49-F238E27FC236}">
                    <a16:creationId xmlns:a16="http://schemas.microsoft.com/office/drawing/2014/main" id="{69B64F50-3C72-7E28-B2BE-DD9F7EB2473C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hteck 152">
                <a:extLst>
                  <a:ext uri="{FF2B5EF4-FFF2-40B4-BE49-F238E27FC236}">
                    <a16:creationId xmlns:a16="http://schemas.microsoft.com/office/drawing/2014/main" id="{7602ECE7-4C9A-8A0A-5F0A-16718ADA08DE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hteck 153">
                <a:extLst>
                  <a:ext uri="{FF2B5EF4-FFF2-40B4-BE49-F238E27FC236}">
                    <a16:creationId xmlns:a16="http://schemas.microsoft.com/office/drawing/2014/main" id="{3A28259B-7236-5C65-A68D-A24BC0151032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hteck 154">
                <a:extLst>
                  <a:ext uri="{FF2B5EF4-FFF2-40B4-BE49-F238E27FC236}">
                    <a16:creationId xmlns:a16="http://schemas.microsoft.com/office/drawing/2014/main" id="{94BA88E6-A9EC-8D3D-BE28-CA3F4468A738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hteck 155">
                <a:extLst>
                  <a:ext uri="{FF2B5EF4-FFF2-40B4-BE49-F238E27FC236}">
                    <a16:creationId xmlns:a16="http://schemas.microsoft.com/office/drawing/2014/main" id="{0E72952C-093D-AF8B-3FE3-F99328B55DB5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hteck 156">
                <a:extLst>
                  <a:ext uri="{FF2B5EF4-FFF2-40B4-BE49-F238E27FC236}">
                    <a16:creationId xmlns:a16="http://schemas.microsoft.com/office/drawing/2014/main" id="{8953595A-6148-1F6A-F5DB-852B57719C08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hteck 157">
                <a:extLst>
                  <a:ext uri="{FF2B5EF4-FFF2-40B4-BE49-F238E27FC236}">
                    <a16:creationId xmlns:a16="http://schemas.microsoft.com/office/drawing/2014/main" id="{7FAFE792-F4CA-73E5-E2F3-C2E92B6B718D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hteck 158">
                <a:extLst>
                  <a:ext uri="{FF2B5EF4-FFF2-40B4-BE49-F238E27FC236}">
                    <a16:creationId xmlns:a16="http://schemas.microsoft.com/office/drawing/2014/main" id="{8C16359C-98F2-19E6-B243-0B582440033B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hteck 159">
                <a:extLst>
                  <a:ext uri="{FF2B5EF4-FFF2-40B4-BE49-F238E27FC236}">
                    <a16:creationId xmlns:a16="http://schemas.microsoft.com/office/drawing/2014/main" id="{65DA8E3D-47FE-A667-3D6B-1AD93F1B38ED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hteck 160">
                <a:extLst>
                  <a:ext uri="{FF2B5EF4-FFF2-40B4-BE49-F238E27FC236}">
                    <a16:creationId xmlns:a16="http://schemas.microsoft.com/office/drawing/2014/main" id="{FDC6E96A-26AC-7031-2065-E61AA19D78D0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hteck 161">
                <a:extLst>
                  <a:ext uri="{FF2B5EF4-FFF2-40B4-BE49-F238E27FC236}">
                    <a16:creationId xmlns:a16="http://schemas.microsoft.com/office/drawing/2014/main" id="{2209D28E-2F39-E29E-1357-0A856F3ACC0B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hteck 162">
                <a:extLst>
                  <a:ext uri="{FF2B5EF4-FFF2-40B4-BE49-F238E27FC236}">
                    <a16:creationId xmlns:a16="http://schemas.microsoft.com/office/drawing/2014/main" id="{AC3FECD4-227E-BE76-6156-3909E2A8BA18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hteck 163">
                <a:extLst>
                  <a:ext uri="{FF2B5EF4-FFF2-40B4-BE49-F238E27FC236}">
                    <a16:creationId xmlns:a16="http://schemas.microsoft.com/office/drawing/2014/main" id="{74565686-19FA-E514-EFC0-0406EC8BA8D6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hteck 164">
                <a:extLst>
                  <a:ext uri="{FF2B5EF4-FFF2-40B4-BE49-F238E27FC236}">
                    <a16:creationId xmlns:a16="http://schemas.microsoft.com/office/drawing/2014/main" id="{5280843F-8011-DDA2-1365-C4EA30D9347A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hteck 165">
                <a:extLst>
                  <a:ext uri="{FF2B5EF4-FFF2-40B4-BE49-F238E27FC236}">
                    <a16:creationId xmlns:a16="http://schemas.microsoft.com/office/drawing/2014/main" id="{BFBBB5D4-74F2-BF04-6695-B4E192D4D04E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hteck 166">
                <a:extLst>
                  <a:ext uri="{FF2B5EF4-FFF2-40B4-BE49-F238E27FC236}">
                    <a16:creationId xmlns:a16="http://schemas.microsoft.com/office/drawing/2014/main" id="{CF4C5D90-7510-EF3C-45A7-9577D8D65243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hteck 167">
                <a:extLst>
                  <a:ext uri="{FF2B5EF4-FFF2-40B4-BE49-F238E27FC236}">
                    <a16:creationId xmlns:a16="http://schemas.microsoft.com/office/drawing/2014/main" id="{EA3D8ECF-219D-F9FB-A929-848B33B7C672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hteck 168">
                <a:extLst>
                  <a:ext uri="{FF2B5EF4-FFF2-40B4-BE49-F238E27FC236}">
                    <a16:creationId xmlns:a16="http://schemas.microsoft.com/office/drawing/2014/main" id="{7B623C2B-1B6A-7E5D-A629-0A075C1330DB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hteck 169">
                <a:extLst>
                  <a:ext uri="{FF2B5EF4-FFF2-40B4-BE49-F238E27FC236}">
                    <a16:creationId xmlns:a16="http://schemas.microsoft.com/office/drawing/2014/main" id="{9140B264-C3DE-A3B3-99B7-9DA107388513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hteck 170">
                <a:extLst>
                  <a:ext uri="{FF2B5EF4-FFF2-40B4-BE49-F238E27FC236}">
                    <a16:creationId xmlns:a16="http://schemas.microsoft.com/office/drawing/2014/main" id="{F3282AB3-E97C-676D-AEC6-F5990C0DB63F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hteck 171">
                <a:extLst>
                  <a:ext uri="{FF2B5EF4-FFF2-40B4-BE49-F238E27FC236}">
                    <a16:creationId xmlns:a16="http://schemas.microsoft.com/office/drawing/2014/main" id="{D02FD420-95F8-5B93-7863-F042E4E6ED3A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hteck 172">
                <a:extLst>
                  <a:ext uri="{FF2B5EF4-FFF2-40B4-BE49-F238E27FC236}">
                    <a16:creationId xmlns:a16="http://schemas.microsoft.com/office/drawing/2014/main" id="{6740E000-D92E-4B8A-AEAC-8647BD827A83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hteck 173">
                <a:extLst>
                  <a:ext uri="{FF2B5EF4-FFF2-40B4-BE49-F238E27FC236}">
                    <a16:creationId xmlns:a16="http://schemas.microsoft.com/office/drawing/2014/main" id="{F6180718-51A3-1ECE-FD96-BB879926C0F3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hteck 174">
                <a:extLst>
                  <a:ext uri="{FF2B5EF4-FFF2-40B4-BE49-F238E27FC236}">
                    <a16:creationId xmlns:a16="http://schemas.microsoft.com/office/drawing/2014/main" id="{530A7FA0-7049-4BE2-6A43-2AE9B177A0C3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hteck 175">
                <a:extLst>
                  <a:ext uri="{FF2B5EF4-FFF2-40B4-BE49-F238E27FC236}">
                    <a16:creationId xmlns:a16="http://schemas.microsoft.com/office/drawing/2014/main" id="{2F01BEE1-952A-B1A1-6449-D792832CA303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hteck 176">
                <a:extLst>
                  <a:ext uri="{FF2B5EF4-FFF2-40B4-BE49-F238E27FC236}">
                    <a16:creationId xmlns:a16="http://schemas.microsoft.com/office/drawing/2014/main" id="{AA4C5F66-49DB-EFDC-F4E2-3472A48CD884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hteck 177">
                <a:extLst>
                  <a:ext uri="{FF2B5EF4-FFF2-40B4-BE49-F238E27FC236}">
                    <a16:creationId xmlns:a16="http://schemas.microsoft.com/office/drawing/2014/main" id="{295F08B9-3D9D-F173-CA3E-F7A2D598EBD6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2" name="Textfeld 211">
            <a:extLst>
              <a:ext uri="{FF2B5EF4-FFF2-40B4-BE49-F238E27FC236}">
                <a16:creationId xmlns:a16="http://schemas.microsoft.com/office/drawing/2014/main" id="{AF55B55C-04B6-67CB-5E35-4813ECB39FC5}"/>
              </a:ext>
            </a:extLst>
          </p:cNvPr>
          <p:cNvSpPr txBox="1"/>
          <p:nvPr/>
        </p:nvSpPr>
        <p:spPr>
          <a:xfrm>
            <a:off x="-2141080" y="-4140283"/>
            <a:ext cx="2280000" cy="227794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sp>
        <p:nvSpPr>
          <p:cNvPr id="213" name="Textfeld 212">
            <a:extLst>
              <a:ext uri="{FF2B5EF4-FFF2-40B4-BE49-F238E27FC236}">
                <a16:creationId xmlns:a16="http://schemas.microsoft.com/office/drawing/2014/main" id="{DFB5C1F5-D295-9EEC-A193-7C01BB8AFD20}"/>
              </a:ext>
            </a:extLst>
          </p:cNvPr>
          <p:cNvSpPr txBox="1"/>
          <p:nvPr/>
        </p:nvSpPr>
        <p:spPr>
          <a:xfrm>
            <a:off x="11544359" y="406393"/>
            <a:ext cx="2280000" cy="227241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sp>
        <p:nvSpPr>
          <p:cNvPr id="214" name="Textfeld 213">
            <a:extLst>
              <a:ext uri="{FF2B5EF4-FFF2-40B4-BE49-F238E27FC236}">
                <a16:creationId xmlns:a16="http://schemas.microsoft.com/office/drawing/2014/main" id="{F64970AE-42C6-28EF-BA8A-8802D7E9E277}"/>
              </a:ext>
            </a:extLst>
          </p:cNvPr>
          <p:cNvSpPr txBox="1"/>
          <p:nvPr/>
        </p:nvSpPr>
        <p:spPr>
          <a:xfrm>
            <a:off x="138920" y="2693566"/>
            <a:ext cx="2280000" cy="22631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♞</a:t>
            </a:r>
          </a:p>
        </p:txBody>
      </p:sp>
      <p:grpSp>
        <p:nvGrpSpPr>
          <p:cNvPr id="223" name="Gruppieren 222">
            <a:extLst>
              <a:ext uri="{FF2B5EF4-FFF2-40B4-BE49-F238E27FC236}">
                <a16:creationId xmlns:a16="http://schemas.microsoft.com/office/drawing/2014/main" id="{66823FF0-4915-9DA6-9C96-BCC57FC52997}"/>
              </a:ext>
            </a:extLst>
          </p:cNvPr>
          <p:cNvGrpSpPr/>
          <p:nvPr/>
        </p:nvGrpSpPr>
        <p:grpSpPr>
          <a:xfrm>
            <a:off x="2618629" y="578547"/>
            <a:ext cx="9360000" cy="6120000"/>
            <a:chOff x="2618629" y="578547"/>
            <a:chExt cx="9360000" cy="6120000"/>
          </a:xfrm>
        </p:grpSpPr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885805EF-14A1-C20C-F608-9A7982BB4600}"/>
                </a:ext>
              </a:extLst>
            </p:cNvPr>
            <p:cNvGrpSpPr/>
            <p:nvPr/>
          </p:nvGrpSpPr>
          <p:grpSpPr>
            <a:xfrm>
              <a:off x="2618629" y="578547"/>
              <a:ext cx="9360000" cy="6120000"/>
              <a:chOff x="5276538" y="569626"/>
              <a:chExt cx="6535711" cy="5960379"/>
            </a:xfrm>
          </p:grpSpPr>
          <p:sp>
            <p:nvSpPr>
              <p:cNvPr id="104" name="Abgerundetes Rechteck 103">
                <a:extLst>
                  <a:ext uri="{FF2B5EF4-FFF2-40B4-BE49-F238E27FC236}">
                    <a16:creationId xmlns:a16="http://schemas.microsoft.com/office/drawing/2014/main" id="{ABE31D8D-DA06-F918-DBA7-360DF1806068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CAFC9AA8-6A61-6C56-8380-90827FB6EE67}"/>
                  </a:ext>
                </a:extLst>
              </p:cNvPr>
              <p:cNvSpPr txBox="1"/>
              <p:nvPr/>
            </p:nvSpPr>
            <p:spPr>
              <a:xfrm>
                <a:off x="7208876" y="813192"/>
                <a:ext cx="2713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Chess Tactics</a:t>
                </a:r>
              </a:p>
            </p:txBody>
          </p:sp>
          <p:sp>
            <p:nvSpPr>
              <p:cNvPr id="106" name="Textfeld 105">
                <a:extLst>
                  <a:ext uri="{FF2B5EF4-FFF2-40B4-BE49-F238E27FC236}">
                    <a16:creationId xmlns:a16="http://schemas.microsoft.com/office/drawing/2014/main" id="{7003F379-CADF-42D8-7A26-4AC04A2D6711}"/>
                  </a:ext>
                </a:extLst>
              </p:cNvPr>
              <p:cNvSpPr txBox="1"/>
              <p:nvPr/>
            </p:nvSpPr>
            <p:spPr>
              <a:xfrm>
                <a:off x="5397467" y="2971251"/>
                <a:ext cx="3146927" cy="1169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Positions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with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one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winning</a:t>
                </a:r>
                <a:r>
                  <a:rPr lang="de-DE" sz="2400" dirty="0"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move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:</a:t>
                </a:r>
              </a:p>
              <a:p>
                <a:r>
                  <a:rPr lang="de-DE" sz="2400" dirty="0">
                    <a:cs typeface="Calibri" panose="020F0502020204030204" pitchFamily="34" charset="0"/>
                  </a:rPr>
                  <a:t>    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•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Lichess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publishes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puzzles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[2]</a:t>
                </a:r>
              </a:p>
              <a:p>
                <a:r>
                  <a:rPr lang="de-DE" sz="2400" dirty="0">
                    <a:effectLst/>
                    <a:cs typeface="Calibri" panose="020F0502020204030204" pitchFamily="34" charset="0"/>
                  </a:rPr>
                  <a:t>    •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Kaggle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processed</a:t>
                </a:r>
                <a:r>
                  <a:rPr lang="de-DE" sz="2400" dirty="0"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dataset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[3]</a:t>
                </a:r>
              </a:p>
            </p:txBody>
          </p:sp>
        </p:grpSp>
        <p:pic>
          <p:nvPicPr>
            <p:cNvPr id="222" name="Grafik 221">
              <a:extLst>
                <a:ext uri="{FF2B5EF4-FFF2-40B4-BE49-F238E27FC236}">
                  <a16:creationId xmlns:a16="http://schemas.microsoft.com/office/drawing/2014/main" id="{0EC5DA96-A263-CF8C-BA20-0B979480D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18629" y="1808059"/>
              <a:ext cx="3960000" cy="39545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4224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DC9460E5-0EF8-7A12-8D80-1E6A75943ADB}"/>
              </a:ext>
            </a:extLst>
          </p:cNvPr>
          <p:cNvGrpSpPr/>
          <p:nvPr/>
        </p:nvGrpSpPr>
        <p:grpSpPr>
          <a:xfrm>
            <a:off x="-5555641" y="-9853607"/>
            <a:ext cx="20520000" cy="20520000"/>
            <a:chOff x="2856000" y="183168"/>
            <a:chExt cx="6480000" cy="6485832"/>
          </a:xfrm>
        </p:grpSpPr>
        <p:grpSp>
          <p:nvGrpSpPr>
            <p:cNvPr id="114" name="Gruppieren 113">
              <a:extLst>
                <a:ext uri="{FF2B5EF4-FFF2-40B4-BE49-F238E27FC236}">
                  <a16:creationId xmlns:a16="http://schemas.microsoft.com/office/drawing/2014/main" id="{4F0191E3-E3C9-1A47-1C42-B10D17E4F73A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185" name="Rechteck 184">
                <a:extLst>
                  <a:ext uri="{FF2B5EF4-FFF2-40B4-BE49-F238E27FC236}">
                    <a16:creationId xmlns:a16="http://schemas.microsoft.com/office/drawing/2014/main" id="{AC95F31B-5E08-9B06-BE87-9D5935EF0FBA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6" name="Textfeld 185">
                <a:extLst>
                  <a:ext uri="{FF2B5EF4-FFF2-40B4-BE49-F238E27FC236}">
                    <a16:creationId xmlns:a16="http://schemas.microsoft.com/office/drawing/2014/main" id="{F1BA8140-E973-7E27-49B5-33BAEA59E1B0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87" name="Textfeld 186">
                <a:extLst>
                  <a:ext uri="{FF2B5EF4-FFF2-40B4-BE49-F238E27FC236}">
                    <a16:creationId xmlns:a16="http://schemas.microsoft.com/office/drawing/2014/main" id="{1BBD08B6-D764-3876-922D-8FF9D55BEA64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88" name="Textfeld 187">
                <a:extLst>
                  <a:ext uri="{FF2B5EF4-FFF2-40B4-BE49-F238E27FC236}">
                    <a16:creationId xmlns:a16="http://schemas.microsoft.com/office/drawing/2014/main" id="{D6E10B6C-77D3-6B1F-31C1-EE4118B1331C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89" name="Textfeld 188">
                <a:extLst>
                  <a:ext uri="{FF2B5EF4-FFF2-40B4-BE49-F238E27FC236}">
                    <a16:creationId xmlns:a16="http://schemas.microsoft.com/office/drawing/2014/main" id="{9D5DDEA0-22E2-2287-F87C-4E1B42C9DD68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90" name="Textfeld 189">
                <a:extLst>
                  <a:ext uri="{FF2B5EF4-FFF2-40B4-BE49-F238E27FC236}">
                    <a16:creationId xmlns:a16="http://schemas.microsoft.com/office/drawing/2014/main" id="{08A8B2E4-9876-C971-A600-DD1199418AED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91" name="Textfeld 190">
                <a:extLst>
                  <a:ext uri="{FF2B5EF4-FFF2-40B4-BE49-F238E27FC236}">
                    <a16:creationId xmlns:a16="http://schemas.microsoft.com/office/drawing/2014/main" id="{4F9214E0-65F3-189F-DFD0-27772FBCAC5A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92" name="Textfeld 191">
                <a:extLst>
                  <a:ext uri="{FF2B5EF4-FFF2-40B4-BE49-F238E27FC236}">
                    <a16:creationId xmlns:a16="http://schemas.microsoft.com/office/drawing/2014/main" id="{9BDD220E-2B4B-F840-560D-F73B4C8C2425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93" name="Textfeld 192">
                <a:extLst>
                  <a:ext uri="{FF2B5EF4-FFF2-40B4-BE49-F238E27FC236}">
                    <a16:creationId xmlns:a16="http://schemas.microsoft.com/office/drawing/2014/main" id="{DAE5B8C0-F996-78A4-8760-D724A06422CE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94" name="Textfeld 193">
                <a:extLst>
                  <a:ext uri="{FF2B5EF4-FFF2-40B4-BE49-F238E27FC236}">
                    <a16:creationId xmlns:a16="http://schemas.microsoft.com/office/drawing/2014/main" id="{6AE39D79-FDB2-20E1-95F9-A37D1E8723C2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95" name="Textfeld 194">
                <a:extLst>
                  <a:ext uri="{FF2B5EF4-FFF2-40B4-BE49-F238E27FC236}">
                    <a16:creationId xmlns:a16="http://schemas.microsoft.com/office/drawing/2014/main" id="{5D77B58F-5CAA-9A4F-B604-14CA02CF4E34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540CFC44-4D76-B712-D150-9C3729F18277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97" name="Textfeld 196">
                <a:extLst>
                  <a:ext uri="{FF2B5EF4-FFF2-40B4-BE49-F238E27FC236}">
                    <a16:creationId xmlns:a16="http://schemas.microsoft.com/office/drawing/2014/main" id="{EE2413E6-8980-492B-E2F0-1ECF4EF83766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2167BA08-2D12-DFD8-8431-C7ED4AAA0121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99" name="Textfeld 198">
                <a:extLst>
                  <a:ext uri="{FF2B5EF4-FFF2-40B4-BE49-F238E27FC236}">
                    <a16:creationId xmlns:a16="http://schemas.microsoft.com/office/drawing/2014/main" id="{AB96BD7B-E4C1-6687-34EA-9877BEDECEAA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200" name="Textfeld 199">
                <a:extLst>
                  <a:ext uri="{FF2B5EF4-FFF2-40B4-BE49-F238E27FC236}">
                    <a16:creationId xmlns:a16="http://schemas.microsoft.com/office/drawing/2014/main" id="{CEBCC28E-86F8-D14E-C4B9-A0F3F1A0A2C6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201" name="Textfeld 200">
                <a:extLst>
                  <a:ext uri="{FF2B5EF4-FFF2-40B4-BE49-F238E27FC236}">
                    <a16:creationId xmlns:a16="http://schemas.microsoft.com/office/drawing/2014/main" id="{2C3595AD-86E0-49FF-45B7-A5659ADD083A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202" name="Textfeld 201">
                <a:extLst>
                  <a:ext uri="{FF2B5EF4-FFF2-40B4-BE49-F238E27FC236}">
                    <a16:creationId xmlns:a16="http://schemas.microsoft.com/office/drawing/2014/main" id="{E8D704A5-2AB6-33BA-1A49-EF57CA859420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3CB77547-7A20-01CE-4386-1BBC0C7D6FCF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2EA148E8-8474-4828-72D9-DBAE21E4DD89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05" name="Textfeld 204">
                <a:extLst>
                  <a:ext uri="{FF2B5EF4-FFF2-40B4-BE49-F238E27FC236}">
                    <a16:creationId xmlns:a16="http://schemas.microsoft.com/office/drawing/2014/main" id="{F3E302A6-51AE-FCFE-5D93-2CEA8F3FFD7B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06" name="Textfeld 205">
                <a:extLst>
                  <a:ext uri="{FF2B5EF4-FFF2-40B4-BE49-F238E27FC236}">
                    <a16:creationId xmlns:a16="http://schemas.microsoft.com/office/drawing/2014/main" id="{2E59C2A2-BCEA-B216-C7A4-983AB746CBC7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07" name="Textfeld 206">
                <a:extLst>
                  <a:ext uri="{FF2B5EF4-FFF2-40B4-BE49-F238E27FC236}">
                    <a16:creationId xmlns:a16="http://schemas.microsoft.com/office/drawing/2014/main" id="{54554B99-8FD6-5E88-FF47-8A59936819D7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08" name="Textfeld 207">
                <a:extLst>
                  <a:ext uri="{FF2B5EF4-FFF2-40B4-BE49-F238E27FC236}">
                    <a16:creationId xmlns:a16="http://schemas.microsoft.com/office/drawing/2014/main" id="{B3A418B8-B70D-2360-027D-B533798B672E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09" name="Textfeld 208">
                <a:extLst>
                  <a:ext uri="{FF2B5EF4-FFF2-40B4-BE49-F238E27FC236}">
                    <a16:creationId xmlns:a16="http://schemas.microsoft.com/office/drawing/2014/main" id="{7EBBD4FA-4857-86FD-4525-B282236C4B00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210" name="Textfeld 209">
                <a:extLst>
                  <a:ext uri="{FF2B5EF4-FFF2-40B4-BE49-F238E27FC236}">
                    <a16:creationId xmlns:a16="http://schemas.microsoft.com/office/drawing/2014/main" id="{4868488D-8A8C-0AE1-D407-41B0EABC4A1B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211" name="Textfeld 210">
                <a:extLst>
                  <a:ext uri="{FF2B5EF4-FFF2-40B4-BE49-F238E27FC236}">
                    <a16:creationId xmlns:a16="http://schemas.microsoft.com/office/drawing/2014/main" id="{E2AD86E1-317C-DEDA-E3B2-572CB1F181F0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12" name="Textfeld 211">
                <a:extLst>
                  <a:ext uri="{FF2B5EF4-FFF2-40B4-BE49-F238E27FC236}">
                    <a16:creationId xmlns:a16="http://schemas.microsoft.com/office/drawing/2014/main" id="{87669EAB-8DFF-FF68-BD29-7D56AEF4D966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13" name="Textfeld 212">
                <a:extLst>
                  <a:ext uri="{FF2B5EF4-FFF2-40B4-BE49-F238E27FC236}">
                    <a16:creationId xmlns:a16="http://schemas.microsoft.com/office/drawing/2014/main" id="{CA9A8392-BCB9-37E8-B2F7-AEEEBD3DBDCD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14" name="Textfeld 213">
                <a:extLst>
                  <a:ext uri="{FF2B5EF4-FFF2-40B4-BE49-F238E27FC236}">
                    <a16:creationId xmlns:a16="http://schemas.microsoft.com/office/drawing/2014/main" id="{2DBB3E3E-0F24-1F90-384E-9313CC452DD6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15" name="Textfeld 214">
                <a:extLst>
                  <a:ext uri="{FF2B5EF4-FFF2-40B4-BE49-F238E27FC236}">
                    <a16:creationId xmlns:a16="http://schemas.microsoft.com/office/drawing/2014/main" id="{8FA72727-B278-DA9F-9155-945A42C4CD7C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16" name="Textfeld 215">
                <a:extLst>
                  <a:ext uri="{FF2B5EF4-FFF2-40B4-BE49-F238E27FC236}">
                    <a16:creationId xmlns:a16="http://schemas.microsoft.com/office/drawing/2014/main" id="{858635BC-F39A-53F1-E6C2-10CC71688E9D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17" name="Textfeld 216">
                <a:extLst>
                  <a:ext uri="{FF2B5EF4-FFF2-40B4-BE49-F238E27FC236}">
                    <a16:creationId xmlns:a16="http://schemas.microsoft.com/office/drawing/2014/main" id="{5CE94FCB-4188-B715-4125-7D7B4D8DD3ED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118" name="Gruppieren 117">
              <a:extLst>
                <a:ext uri="{FF2B5EF4-FFF2-40B4-BE49-F238E27FC236}">
                  <a16:creationId xmlns:a16="http://schemas.microsoft.com/office/drawing/2014/main" id="{2B89CE11-C60D-CB84-CA7B-CE72DAD5C1E9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121" name="Rechteck 120">
                <a:extLst>
                  <a:ext uri="{FF2B5EF4-FFF2-40B4-BE49-F238E27FC236}">
                    <a16:creationId xmlns:a16="http://schemas.microsoft.com/office/drawing/2014/main" id="{6E0A692F-9F3C-BBA0-9BFB-AFBEFB1E374D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BCB9F88A-CD9C-E67B-D124-43CFF5E5F51F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hteck 122">
                <a:extLst>
                  <a:ext uri="{FF2B5EF4-FFF2-40B4-BE49-F238E27FC236}">
                    <a16:creationId xmlns:a16="http://schemas.microsoft.com/office/drawing/2014/main" id="{126FA250-305C-379B-A35B-F5EA287160F3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E8B7CC03-927D-7D7A-879E-F9C8EAA78FD6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2048A808-9BCA-731B-334C-D7050142C5C8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hteck 125">
                <a:extLst>
                  <a:ext uri="{FF2B5EF4-FFF2-40B4-BE49-F238E27FC236}">
                    <a16:creationId xmlns:a16="http://schemas.microsoft.com/office/drawing/2014/main" id="{8BD3FCD5-A220-E5B8-76BC-DB22C625FC89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2D509C09-9FE8-8DB3-844D-7E603F25C581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hteck 127">
                <a:extLst>
                  <a:ext uri="{FF2B5EF4-FFF2-40B4-BE49-F238E27FC236}">
                    <a16:creationId xmlns:a16="http://schemas.microsoft.com/office/drawing/2014/main" id="{6A34B16C-7EBB-4A22-6A41-FDED617CA3F3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hteck 128">
                <a:extLst>
                  <a:ext uri="{FF2B5EF4-FFF2-40B4-BE49-F238E27FC236}">
                    <a16:creationId xmlns:a16="http://schemas.microsoft.com/office/drawing/2014/main" id="{77AF89E3-BB16-247F-2A9F-1C397F2646E4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hteck 129">
                <a:extLst>
                  <a:ext uri="{FF2B5EF4-FFF2-40B4-BE49-F238E27FC236}">
                    <a16:creationId xmlns:a16="http://schemas.microsoft.com/office/drawing/2014/main" id="{A6D54B4A-69A1-F840-79FE-A47F394BA398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hteck 130">
                <a:extLst>
                  <a:ext uri="{FF2B5EF4-FFF2-40B4-BE49-F238E27FC236}">
                    <a16:creationId xmlns:a16="http://schemas.microsoft.com/office/drawing/2014/main" id="{F1226237-FA5C-C8F8-7B12-DE8B65C19685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B23DBFCD-90C5-5498-0527-16B34F1EACCE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89F385D0-44F7-03B2-D7F4-D73DCA855762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95A3C26F-EE43-FC10-A898-42B45833D790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hteck 134">
                <a:extLst>
                  <a:ext uri="{FF2B5EF4-FFF2-40B4-BE49-F238E27FC236}">
                    <a16:creationId xmlns:a16="http://schemas.microsoft.com/office/drawing/2014/main" id="{BD205C91-0DD9-4FE1-3389-B07DA4E08F6E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hteck 135">
                <a:extLst>
                  <a:ext uri="{FF2B5EF4-FFF2-40B4-BE49-F238E27FC236}">
                    <a16:creationId xmlns:a16="http://schemas.microsoft.com/office/drawing/2014/main" id="{E2548597-1F52-180E-680E-F107C9D50F78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hteck 136">
                <a:extLst>
                  <a:ext uri="{FF2B5EF4-FFF2-40B4-BE49-F238E27FC236}">
                    <a16:creationId xmlns:a16="http://schemas.microsoft.com/office/drawing/2014/main" id="{11E2DB9D-2263-5728-2952-CC75677296E7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hteck 137">
                <a:extLst>
                  <a:ext uri="{FF2B5EF4-FFF2-40B4-BE49-F238E27FC236}">
                    <a16:creationId xmlns:a16="http://schemas.microsoft.com/office/drawing/2014/main" id="{7DFF3D8D-3F98-9423-CCCF-6A69BA847972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hteck 138">
                <a:extLst>
                  <a:ext uri="{FF2B5EF4-FFF2-40B4-BE49-F238E27FC236}">
                    <a16:creationId xmlns:a16="http://schemas.microsoft.com/office/drawing/2014/main" id="{5B4F6308-A3AB-451F-7EA6-8D9C64CBA6D3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hteck 139">
                <a:extLst>
                  <a:ext uri="{FF2B5EF4-FFF2-40B4-BE49-F238E27FC236}">
                    <a16:creationId xmlns:a16="http://schemas.microsoft.com/office/drawing/2014/main" id="{C92D78A8-33E7-1857-2F6A-1777DE16E06E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hteck 140">
                <a:extLst>
                  <a:ext uri="{FF2B5EF4-FFF2-40B4-BE49-F238E27FC236}">
                    <a16:creationId xmlns:a16="http://schemas.microsoft.com/office/drawing/2014/main" id="{BD94373A-B556-B3F0-B683-31D9F97E94AC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hteck 141">
                <a:extLst>
                  <a:ext uri="{FF2B5EF4-FFF2-40B4-BE49-F238E27FC236}">
                    <a16:creationId xmlns:a16="http://schemas.microsoft.com/office/drawing/2014/main" id="{845C5DC1-4EC8-6191-1102-F6754DB42FCC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hteck 142">
                <a:extLst>
                  <a:ext uri="{FF2B5EF4-FFF2-40B4-BE49-F238E27FC236}">
                    <a16:creationId xmlns:a16="http://schemas.microsoft.com/office/drawing/2014/main" id="{36466BAB-CB16-562D-3238-5855F5C64149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hteck 143">
                <a:extLst>
                  <a:ext uri="{FF2B5EF4-FFF2-40B4-BE49-F238E27FC236}">
                    <a16:creationId xmlns:a16="http://schemas.microsoft.com/office/drawing/2014/main" id="{0D9C6D5F-6A73-36BB-6190-2F139F5D028D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8C697A94-E92D-42DF-5B31-424384E6C4AE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hteck 145">
                <a:extLst>
                  <a:ext uri="{FF2B5EF4-FFF2-40B4-BE49-F238E27FC236}">
                    <a16:creationId xmlns:a16="http://schemas.microsoft.com/office/drawing/2014/main" id="{60B25BCC-CD5D-6A14-D8CA-62275EDFE390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hteck 146">
                <a:extLst>
                  <a:ext uri="{FF2B5EF4-FFF2-40B4-BE49-F238E27FC236}">
                    <a16:creationId xmlns:a16="http://schemas.microsoft.com/office/drawing/2014/main" id="{B3504295-09D7-5E9A-01DA-70162C78870D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hteck 147">
                <a:extLst>
                  <a:ext uri="{FF2B5EF4-FFF2-40B4-BE49-F238E27FC236}">
                    <a16:creationId xmlns:a16="http://schemas.microsoft.com/office/drawing/2014/main" id="{92CBCF09-47A1-28E3-A1D6-178CD8D1E135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hteck 148">
                <a:extLst>
                  <a:ext uri="{FF2B5EF4-FFF2-40B4-BE49-F238E27FC236}">
                    <a16:creationId xmlns:a16="http://schemas.microsoft.com/office/drawing/2014/main" id="{A7654461-B822-FCE2-D6AD-5CF422B998E8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hteck 149">
                <a:extLst>
                  <a:ext uri="{FF2B5EF4-FFF2-40B4-BE49-F238E27FC236}">
                    <a16:creationId xmlns:a16="http://schemas.microsoft.com/office/drawing/2014/main" id="{2E006934-9E9F-3DEF-D69D-A57DBF88AA5E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hteck 150">
                <a:extLst>
                  <a:ext uri="{FF2B5EF4-FFF2-40B4-BE49-F238E27FC236}">
                    <a16:creationId xmlns:a16="http://schemas.microsoft.com/office/drawing/2014/main" id="{78A7F3FA-A93E-E53D-CC01-D96D16949C75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hteck 151">
                <a:extLst>
                  <a:ext uri="{FF2B5EF4-FFF2-40B4-BE49-F238E27FC236}">
                    <a16:creationId xmlns:a16="http://schemas.microsoft.com/office/drawing/2014/main" id="{18AA1EA5-11B7-D16E-0732-165FC94FA6CF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hteck 152">
                <a:extLst>
                  <a:ext uri="{FF2B5EF4-FFF2-40B4-BE49-F238E27FC236}">
                    <a16:creationId xmlns:a16="http://schemas.microsoft.com/office/drawing/2014/main" id="{569282A2-7096-E0FB-9B08-10D5ED853702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hteck 153">
                <a:extLst>
                  <a:ext uri="{FF2B5EF4-FFF2-40B4-BE49-F238E27FC236}">
                    <a16:creationId xmlns:a16="http://schemas.microsoft.com/office/drawing/2014/main" id="{5D715A9A-1049-B9A6-A7B3-ED4584C59308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hteck 154">
                <a:extLst>
                  <a:ext uri="{FF2B5EF4-FFF2-40B4-BE49-F238E27FC236}">
                    <a16:creationId xmlns:a16="http://schemas.microsoft.com/office/drawing/2014/main" id="{2B104975-A003-75C9-B6B5-453B3314046E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hteck 155">
                <a:extLst>
                  <a:ext uri="{FF2B5EF4-FFF2-40B4-BE49-F238E27FC236}">
                    <a16:creationId xmlns:a16="http://schemas.microsoft.com/office/drawing/2014/main" id="{4AA731FA-7629-5D88-7D11-F081139B3902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hteck 156">
                <a:extLst>
                  <a:ext uri="{FF2B5EF4-FFF2-40B4-BE49-F238E27FC236}">
                    <a16:creationId xmlns:a16="http://schemas.microsoft.com/office/drawing/2014/main" id="{82A99BC8-8D80-2E55-83C0-DBA50CE93131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hteck 157">
                <a:extLst>
                  <a:ext uri="{FF2B5EF4-FFF2-40B4-BE49-F238E27FC236}">
                    <a16:creationId xmlns:a16="http://schemas.microsoft.com/office/drawing/2014/main" id="{1BAB881A-2D62-9590-2A76-4A54B1DF07C7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hteck 158">
                <a:extLst>
                  <a:ext uri="{FF2B5EF4-FFF2-40B4-BE49-F238E27FC236}">
                    <a16:creationId xmlns:a16="http://schemas.microsoft.com/office/drawing/2014/main" id="{C4B79185-A787-3799-473D-BCE7EF479A14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hteck 159">
                <a:extLst>
                  <a:ext uri="{FF2B5EF4-FFF2-40B4-BE49-F238E27FC236}">
                    <a16:creationId xmlns:a16="http://schemas.microsoft.com/office/drawing/2014/main" id="{840598C6-26A2-F420-4A8F-E3B434CAF2BF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hteck 160">
                <a:extLst>
                  <a:ext uri="{FF2B5EF4-FFF2-40B4-BE49-F238E27FC236}">
                    <a16:creationId xmlns:a16="http://schemas.microsoft.com/office/drawing/2014/main" id="{136700FB-77C6-D653-FD04-B5B1DA9F54C9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hteck 161">
                <a:extLst>
                  <a:ext uri="{FF2B5EF4-FFF2-40B4-BE49-F238E27FC236}">
                    <a16:creationId xmlns:a16="http://schemas.microsoft.com/office/drawing/2014/main" id="{09BA93AF-07AB-E301-181E-4D4B4A669E9D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hteck 162">
                <a:extLst>
                  <a:ext uri="{FF2B5EF4-FFF2-40B4-BE49-F238E27FC236}">
                    <a16:creationId xmlns:a16="http://schemas.microsoft.com/office/drawing/2014/main" id="{4CAA02EA-27A9-1C58-C45E-97F6D5D988DD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hteck 163">
                <a:extLst>
                  <a:ext uri="{FF2B5EF4-FFF2-40B4-BE49-F238E27FC236}">
                    <a16:creationId xmlns:a16="http://schemas.microsoft.com/office/drawing/2014/main" id="{0A40A40C-988D-050B-754A-64F239323BD2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hteck 164">
                <a:extLst>
                  <a:ext uri="{FF2B5EF4-FFF2-40B4-BE49-F238E27FC236}">
                    <a16:creationId xmlns:a16="http://schemas.microsoft.com/office/drawing/2014/main" id="{DF9E6F74-10C3-DB98-C1C1-B245888D8495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hteck 165">
                <a:extLst>
                  <a:ext uri="{FF2B5EF4-FFF2-40B4-BE49-F238E27FC236}">
                    <a16:creationId xmlns:a16="http://schemas.microsoft.com/office/drawing/2014/main" id="{76815AA8-00B0-A326-85F1-7094C6E2ACAE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hteck 166">
                <a:extLst>
                  <a:ext uri="{FF2B5EF4-FFF2-40B4-BE49-F238E27FC236}">
                    <a16:creationId xmlns:a16="http://schemas.microsoft.com/office/drawing/2014/main" id="{EFBBEB38-6E54-B1FC-EB0E-4328C21F54AD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hteck 167">
                <a:extLst>
                  <a:ext uri="{FF2B5EF4-FFF2-40B4-BE49-F238E27FC236}">
                    <a16:creationId xmlns:a16="http://schemas.microsoft.com/office/drawing/2014/main" id="{B400BA97-E4C8-6CF7-5F43-CEDDD6D27776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hteck 168">
                <a:extLst>
                  <a:ext uri="{FF2B5EF4-FFF2-40B4-BE49-F238E27FC236}">
                    <a16:creationId xmlns:a16="http://schemas.microsoft.com/office/drawing/2014/main" id="{DDFC31FD-5B6D-6580-B63B-32B807CDB916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hteck 169">
                <a:extLst>
                  <a:ext uri="{FF2B5EF4-FFF2-40B4-BE49-F238E27FC236}">
                    <a16:creationId xmlns:a16="http://schemas.microsoft.com/office/drawing/2014/main" id="{457DE115-5662-C842-DD54-3E65CCD00F57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hteck 170">
                <a:extLst>
                  <a:ext uri="{FF2B5EF4-FFF2-40B4-BE49-F238E27FC236}">
                    <a16:creationId xmlns:a16="http://schemas.microsoft.com/office/drawing/2014/main" id="{894ABB4A-93CB-4C19-69E4-3D574562C560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hteck 171">
                <a:extLst>
                  <a:ext uri="{FF2B5EF4-FFF2-40B4-BE49-F238E27FC236}">
                    <a16:creationId xmlns:a16="http://schemas.microsoft.com/office/drawing/2014/main" id="{19EDC002-84E1-2BCF-8F15-F1CAD9CB8960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hteck 172">
                <a:extLst>
                  <a:ext uri="{FF2B5EF4-FFF2-40B4-BE49-F238E27FC236}">
                    <a16:creationId xmlns:a16="http://schemas.microsoft.com/office/drawing/2014/main" id="{F4758628-6BB8-0B0A-2857-607E30E559BD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hteck 173">
                <a:extLst>
                  <a:ext uri="{FF2B5EF4-FFF2-40B4-BE49-F238E27FC236}">
                    <a16:creationId xmlns:a16="http://schemas.microsoft.com/office/drawing/2014/main" id="{18A4EDFA-2781-BB86-7982-8B00D37E2567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hteck 174">
                <a:extLst>
                  <a:ext uri="{FF2B5EF4-FFF2-40B4-BE49-F238E27FC236}">
                    <a16:creationId xmlns:a16="http://schemas.microsoft.com/office/drawing/2014/main" id="{B204BDBE-49F9-0899-141D-F70D934A47C6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hteck 175">
                <a:extLst>
                  <a:ext uri="{FF2B5EF4-FFF2-40B4-BE49-F238E27FC236}">
                    <a16:creationId xmlns:a16="http://schemas.microsoft.com/office/drawing/2014/main" id="{109EE565-1E8A-79E5-8492-9E85037CD16C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hteck 176">
                <a:extLst>
                  <a:ext uri="{FF2B5EF4-FFF2-40B4-BE49-F238E27FC236}">
                    <a16:creationId xmlns:a16="http://schemas.microsoft.com/office/drawing/2014/main" id="{D37B0092-CBE4-D4DF-AF2C-529457DDFA70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hteck 177">
                <a:extLst>
                  <a:ext uri="{FF2B5EF4-FFF2-40B4-BE49-F238E27FC236}">
                    <a16:creationId xmlns:a16="http://schemas.microsoft.com/office/drawing/2014/main" id="{80E41554-F74E-8410-486B-0E6AF521533A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hteck 178">
                <a:extLst>
                  <a:ext uri="{FF2B5EF4-FFF2-40B4-BE49-F238E27FC236}">
                    <a16:creationId xmlns:a16="http://schemas.microsoft.com/office/drawing/2014/main" id="{0532ABCF-BD50-6F44-2D05-D4B8B05FB3BB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Rechteck 179">
                <a:extLst>
                  <a:ext uri="{FF2B5EF4-FFF2-40B4-BE49-F238E27FC236}">
                    <a16:creationId xmlns:a16="http://schemas.microsoft.com/office/drawing/2014/main" id="{046F0BEE-0A3D-EB88-4030-8C6CCC93F452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hteck 180">
                <a:extLst>
                  <a:ext uri="{FF2B5EF4-FFF2-40B4-BE49-F238E27FC236}">
                    <a16:creationId xmlns:a16="http://schemas.microsoft.com/office/drawing/2014/main" id="{0B1C7B9E-CED8-1103-9706-0486E7A3F7A8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Rechteck 181">
                <a:extLst>
                  <a:ext uri="{FF2B5EF4-FFF2-40B4-BE49-F238E27FC236}">
                    <a16:creationId xmlns:a16="http://schemas.microsoft.com/office/drawing/2014/main" id="{470DA974-966A-7432-1B66-573C2744420C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Rechteck 182">
                <a:extLst>
                  <a:ext uri="{FF2B5EF4-FFF2-40B4-BE49-F238E27FC236}">
                    <a16:creationId xmlns:a16="http://schemas.microsoft.com/office/drawing/2014/main" id="{0BB4C1E4-5A4A-F376-3AF8-2E49A7390236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hteck 183">
                <a:extLst>
                  <a:ext uri="{FF2B5EF4-FFF2-40B4-BE49-F238E27FC236}">
                    <a16:creationId xmlns:a16="http://schemas.microsoft.com/office/drawing/2014/main" id="{231C649C-13E6-64DA-4C33-10E93188E64E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8" name="Textfeld 217">
            <a:extLst>
              <a:ext uri="{FF2B5EF4-FFF2-40B4-BE49-F238E27FC236}">
                <a16:creationId xmlns:a16="http://schemas.microsoft.com/office/drawing/2014/main" id="{572D1633-7934-9C9D-C9A6-C2F5FC0709DF}"/>
              </a:ext>
            </a:extLst>
          </p:cNvPr>
          <p:cNvSpPr txBox="1"/>
          <p:nvPr/>
        </p:nvSpPr>
        <p:spPr>
          <a:xfrm>
            <a:off x="-2141080" y="-4140283"/>
            <a:ext cx="2280000" cy="227794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sp>
        <p:nvSpPr>
          <p:cNvPr id="219" name="Textfeld 218">
            <a:extLst>
              <a:ext uri="{FF2B5EF4-FFF2-40B4-BE49-F238E27FC236}">
                <a16:creationId xmlns:a16="http://schemas.microsoft.com/office/drawing/2014/main" id="{3D6011BB-0B2C-F1F3-A566-87EE6F6F5F40}"/>
              </a:ext>
            </a:extLst>
          </p:cNvPr>
          <p:cNvSpPr txBox="1"/>
          <p:nvPr/>
        </p:nvSpPr>
        <p:spPr>
          <a:xfrm>
            <a:off x="11544359" y="406393"/>
            <a:ext cx="2280000" cy="227241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sp>
        <p:nvSpPr>
          <p:cNvPr id="220" name="Textfeld 219">
            <a:extLst>
              <a:ext uri="{FF2B5EF4-FFF2-40B4-BE49-F238E27FC236}">
                <a16:creationId xmlns:a16="http://schemas.microsoft.com/office/drawing/2014/main" id="{3617C841-4B32-369D-E5D0-8AD1F593AABF}"/>
              </a:ext>
            </a:extLst>
          </p:cNvPr>
          <p:cNvSpPr txBox="1"/>
          <p:nvPr/>
        </p:nvSpPr>
        <p:spPr>
          <a:xfrm>
            <a:off x="138920" y="2693566"/>
            <a:ext cx="2280000" cy="22631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♞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A79F575-6AB4-0BF4-07B4-D3025CD16F1C}"/>
              </a:ext>
            </a:extLst>
          </p:cNvPr>
          <p:cNvGrpSpPr/>
          <p:nvPr/>
        </p:nvGrpSpPr>
        <p:grpSpPr>
          <a:xfrm>
            <a:off x="2618629" y="578547"/>
            <a:ext cx="9360000" cy="6120000"/>
            <a:chOff x="2618629" y="578547"/>
            <a:chExt cx="9360000" cy="6120000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15FF8429-C299-997B-6D37-357F85CB6EB6}"/>
                </a:ext>
              </a:extLst>
            </p:cNvPr>
            <p:cNvGrpSpPr/>
            <p:nvPr/>
          </p:nvGrpSpPr>
          <p:grpSpPr>
            <a:xfrm>
              <a:off x="2618629" y="578547"/>
              <a:ext cx="9360000" cy="6120000"/>
              <a:chOff x="5276538" y="569626"/>
              <a:chExt cx="6535711" cy="5960379"/>
            </a:xfrm>
          </p:grpSpPr>
          <p:sp>
            <p:nvSpPr>
              <p:cNvPr id="5" name="Abgerundetes Rechteck 4">
                <a:extLst>
                  <a:ext uri="{FF2B5EF4-FFF2-40B4-BE49-F238E27FC236}">
                    <a16:creationId xmlns:a16="http://schemas.microsoft.com/office/drawing/2014/main" id="{BEF704A8-319D-283F-825D-F960E0189FB1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C0583283-D3C0-E4A4-25B4-D9F8AA6DD4F1}"/>
                  </a:ext>
                </a:extLst>
              </p:cNvPr>
              <p:cNvSpPr txBox="1"/>
              <p:nvPr/>
            </p:nvSpPr>
            <p:spPr>
              <a:xfrm>
                <a:off x="7208876" y="813192"/>
                <a:ext cx="2713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Chess Tactics</a:t>
                </a:r>
              </a:p>
            </p:txBody>
          </p:sp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6ED1463-E6B8-1F25-BEED-3262021915D9}"/>
                  </a:ext>
                </a:extLst>
              </p:cNvPr>
              <p:cNvSpPr txBox="1"/>
              <p:nvPr/>
            </p:nvSpPr>
            <p:spPr>
              <a:xfrm>
                <a:off x="5397467" y="2971251"/>
                <a:ext cx="3146927" cy="1169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Positions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with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one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winning</a:t>
                </a:r>
                <a:r>
                  <a:rPr lang="de-DE" sz="2400" dirty="0"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move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:</a:t>
                </a:r>
              </a:p>
              <a:p>
                <a:r>
                  <a:rPr lang="de-DE" sz="2400" dirty="0">
                    <a:cs typeface="Calibri" panose="020F0502020204030204" pitchFamily="34" charset="0"/>
                  </a:rPr>
                  <a:t>    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•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Lichess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publishes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puzzles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[2]</a:t>
                </a:r>
              </a:p>
              <a:p>
                <a:r>
                  <a:rPr lang="de-DE" sz="2400" dirty="0">
                    <a:effectLst/>
                    <a:cs typeface="Calibri" panose="020F0502020204030204" pitchFamily="34" charset="0"/>
                  </a:rPr>
                  <a:t>    •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Kaggle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processed</a:t>
                </a:r>
                <a:r>
                  <a:rPr lang="de-DE" sz="2400" dirty="0">
                    <a:cs typeface="Calibri" panose="020F0502020204030204" pitchFamily="34" charset="0"/>
                  </a:rPr>
                  <a:t> </a:t>
                </a:r>
                <a:r>
                  <a:rPr lang="de-DE" sz="2400" dirty="0" err="1">
                    <a:effectLst/>
                    <a:cs typeface="Calibri" panose="020F0502020204030204" pitchFamily="34" charset="0"/>
                  </a:rPr>
                  <a:t>dataset</a:t>
                </a:r>
                <a:r>
                  <a:rPr lang="de-DE" sz="2400" dirty="0">
                    <a:effectLst/>
                    <a:cs typeface="Calibri" panose="020F0502020204030204" pitchFamily="34" charset="0"/>
                  </a:rPr>
                  <a:t>[3]</a:t>
                </a:r>
              </a:p>
            </p:txBody>
          </p:sp>
        </p:grpSp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8F194B29-31F3-BCAD-67C0-2FED3DACE0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18629" y="1808059"/>
              <a:ext cx="3960000" cy="3954597"/>
            </a:xfrm>
            <a:prstGeom prst="rect">
              <a:avLst/>
            </a:prstGeom>
          </p:spPr>
        </p:pic>
      </p:grpSp>
      <p:grpSp>
        <p:nvGrpSpPr>
          <p:cNvPr id="228" name="Gruppieren 227">
            <a:extLst>
              <a:ext uri="{FF2B5EF4-FFF2-40B4-BE49-F238E27FC236}">
                <a16:creationId xmlns:a16="http://schemas.microsoft.com/office/drawing/2014/main" id="{D7261963-3142-DD5D-B9D4-8A4DA1ADAD70}"/>
              </a:ext>
            </a:extLst>
          </p:cNvPr>
          <p:cNvGrpSpPr/>
          <p:nvPr/>
        </p:nvGrpSpPr>
        <p:grpSpPr>
          <a:xfrm>
            <a:off x="2618629" y="570930"/>
            <a:ext cx="9360000" cy="6120000"/>
            <a:chOff x="2618629" y="570930"/>
            <a:chExt cx="9360000" cy="6120000"/>
          </a:xfrm>
        </p:grpSpPr>
        <p:grpSp>
          <p:nvGrpSpPr>
            <p:cNvPr id="113" name="Gruppieren 112">
              <a:extLst>
                <a:ext uri="{FF2B5EF4-FFF2-40B4-BE49-F238E27FC236}">
                  <a16:creationId xmlns:a16="http://schemas.microsoft.com/office/drawing/2014/main" id="{3156FF67-0C33-7606-305D-5A60E21B4FC3}"/>
                </a:ext>
              </a:extLst>
            </p:cNvPr>
            <p:cNvGrpSpPr/>
            <p:nvPr/>
          </p:nvGrpSpPr>
          <p:grpSpPr>
            <a:xfrm>
              <a:off x="2618629" y="570930"/>
              <a:ext cx="9360000" cy="6120000"/>
              <a:chOff x="5276538" y="569626"/>
              <a:chExt cx="6535711" cy="5960379"/>
            </a:xfrm>
          </p:grpSpPr>
          <p:sp>
            <p:nvSpPr>
              <p:cNvPr id="115" name="Abgerundetes Rechteck 114">
                <a:extLst>
                  <a:ext uri="{FF2B5EF4-FFF2-40B4-BE49-F238E27FC236}">
                    <a16:creationId xmlns:a16="http://schemas.microsoft.com/office/drawing/2014/main" id="{9AD21D57-ED79-AF95-92C8-5006FBAC1F30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Textfeld 115">
                <a:extLst>
                  <a:ext uri="{FF2B5EF4-FFF2-40B4-BE49-F238E27FC236}">
                    <a16:creationId xmlns:a16="http://schemas.microsoft.com/office/drawing/2014/main" id="{C199CEEA-D6FC-9501-BFBE-D351908607D9}"/>
                  </a:ext>
                </a:extLst>
              </p:cNvPr>
              <p:cNvSpPr txBox="1"/>
              <p:nvPr/>
            </p:nvSpPr>
            <p:spPr>
              <a:xfrm>
                <a:off x="7187778" y="811196"/>
                <a:ext cx="2713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Chess Strategy</a:t>
                </a:r>
              </a:p>
            </p:txBody>
          </p:sp>
          <p:sp>
            <p:nvSpPr>
              <p:cNvPr id="117" name="Textfeld 116">
                <a:extLst>
                  <a:ext uri="{FF2B5EF4-FFF2-40B4-BE49-F238E27FC236}">
                    <a16:creationId xmlns:a16="http://schemas.microsoft.com/office/drawing/2014/main" id="{C9751794-5D3C-EDD3-2D74-1F3B7F20464B}"/>
                  </a:ext>
                </a:extLst>
              </p:cNvPr>
              <p:cNvSpPr txBox="1"/>
              <p:nvPr/>
            </p:nvSpPr>
            <p:spPr>
              <a:xfrm>
                <a:off x="5489828" y="2402343"/>
                <a:ext cx="5670246" cy="26078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800" dirty="0">
                    <a:effectLst/>
                  </a:rPr>
                  <a:t>Chess </a:t>
                </a:r>
                <a:r>
                  <a:rPr lang="de-DE" sz="2800" dirty="0" err="1">
                    <a:effectLst/>
                  </a:rPr>
                  <a:t>principles</a:t>
                </a:r>
                <a:r>
                  <a:rPr lang="de-DE" sz="2800" dirty="0">
                    <a:effectLst/>
                  </a:rPr>
                  <a:t>:</a:t>
                </a:r>
              </a:p>
              <a:p>
                <a:r>
                  <a:rPr lang="de-DE" sz="2800" dirty="0">
                    <a:effectLst/>
                  </a:rPr>
                  <a:t>    • </a:t>
                </a:r>
                <a:r>
                  <a:rPr lang="de-DE" sz="2800" dirty="0" err="1">
                    <a:effectLst/>
                  </a:rPr>
                  <a:t>developing</a:t>
                </a:r>
                <a:r>
                  <a:rPr lang="de-DE" sz="2800" dirty="0">
                    <a:effectLst/>
                  </a:rPr>
                  <a:t> </a:t>
                </a:r>
                <a:r>
                  <a:rPr lang="de-DE" sz="2800" dirty="0" err="1">
                    <a:effectLst/>
                  </a:rPr>
                  <a:t>pieces</a:t>
                </a:r>
                <a:endParaRPr lang="de-DE" sz="2800" dirty="0">
                  <a:effectLst/>
                </a:endParaRPr>
              </a:p>
              <a:p>
                <a:r>
                  <a:rPr lang="de-DE" sz="2800" dirty="0">
                    <a:effectLst/>
                  </a:rPr>
                  <a:t>    • </a:t>
                </a:r>
                <a:r>
                  <a:rPr lang="de-DE" sz="2800" dirty="0" err="1">
                    <a:effectLst/>
                  </a:rPr>
                  <a:t>controlling</a:t>
                </a:r>
                <a:r>
                  <a:rPr lang="de-DE" sz="2800" dirty="0">
                    <a:effectLst/>
                  </a:rPr>
                  <a:t> </a:t>
                </a:r>
                <a:r>
                  <a:rPr lang="de-DE" sz="2800" dirty="0" err="1">
                    <a:effectLst/>
                  </a:rPr>
                  <a:t>the</a:t>
                </a:r>
                <a:r>
                  <a:rPr lang="de-DE" sz="2800" dirty="0">
                    <a:effectLst/>
                  </a:rPr>
                  <a:t> </a:t>
                </a:r>
                <a:r>
                  <a:rPr lang="de-DE" sz="2800" dirty="0" err="1">
                    <a:effectLst/>
                  </a:rPr>
                  <a:t>middle</a:t>
                </a:r>
                <a:endParaRPr lang="de-DE" sz="2800" dirty="0">
                  <a:effectLst/>
                </a:endParaRPr>
              </a:p>
              <a:p>
                <a:r>
                  <a:rPr lang="de-DE" sz="2800" dirty="0">
                    <a:effectLst/>
                  </a:rPr>
                  <a:t>    • bring </a:t>
                </a:r>
                <a:r>
                  <a:rPr lang="de-DE" sz="2800" dirty="0" err="1">
                    <a:effectLst/>
                  </a:rPr>
                  <a:t>the</a:t>
                </a:r>
                <a:r>
                  <a:rPr lang="de-DE" sz="2800" dirty="0">
                    <a:effectLst/>
                  </a:rPr>
                  <a:t> </a:t>
                </a:r>
                <a:r>
                  <a:rPr lang="de-DE" sz="2800" dirty="0" err="1">
                    <a:effectLst/>
                  </a:rPr>
                  <a:t>king</a:t>
                </a:r>
                <a:r>
                  <a:rPr lang="de-DE" sz="2800" dirty="0">
                    <a:effectLst/>
                  </a:rPr>
                  <a:t> </a:t>
                </a:r>
                <a:r>
                  <a:rPr lang="de-DE" sz="2800" dirty="0" err="1">
                    <a:effectLst/>
                  </a:rPr>
                  <a:t>to</a:t>
                </a:r>
                <a:r>
                  <a:rPr lang="de-DE" sz="2800" dirty="0">
                    <a:effectLst/>
                  </a:rPr>
                  <a:t> </a:t>
                </a:r>
                <a:r>
                  <a:rPr lang="de-DE" sz="2800" dirty="0" err="1">
                    <a:effectLst/>
                  </a:rPr>
                  <a:t>safety</a:t>
                </a:r>
                <a:endParaRPr lang="de-DE" sz="2800" dirty="0">
                  <a:effectLst/>
                </a:endParaRPr>
              </a:p>
              <a:p>
                <a:r>
                  <a:rPr lang="de-DE" sz="2800" dirty="0">
                    <a:effectLst/>
                  </a:rPr>
                  <a:t>    • ...</a:t>
                </a:r>
              </a:p>
              <a:p>
                <a:r>
                  <a:rPr lang="de-DE" sz="2800" dirty="0" err="1">
                    <a:effectLst/>
                  </a:rPr>
                  <a:t>Often</a:t>
                </a:r>
                <a:r>
                  <a:rPr lang="de-DE" sz="2800" dirty="0">
                    <a:effectLst/>
                  </a:rPr>
                  <a:t> multiple viable </a:t>
                </a:r>
                <a:r>
                  <a:rPr lang="de-DE" sz="2800" dirty="0" err="1">
                    <a:effectLst/>
                  </a:rPr>
                  <a:t>moves</a:t>
                </a:r>
                <a:endParaRPr lang="de-DE" sz="2800" dirty="0">
                  <a:effectLst/>
                </a:endParaRPr>
              </a:p>
            </p:txBody>
          </p:sp>
        </p:grpSp>
        <p:pic>
          <p:nvPicPr>
            <p:cNvPr id="227" name="Grafik 226">
              <a:extLst>
                <a:ext uri="{FF2B5EF4-FFF2-40B4-BE49-F238E27FC236}">
                  <a16:creationId xmlns:a16="http://schemas.microsoft.com/office/drawing/2014/main" id="{1BF21595-F524-3A6F-05E4-5F0829357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96384" y="1808954"/>
              <a:ext cx="3960000" cy="39652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9606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feld 102">
            <a:extLst>
              <a:ext uri="{FF2B5EF4-FFF2-40B4-BE49-F238E27FC236}">
                <a16:creationId xmlns:a16="http://schemas.microsoft.com/office/drawing/2014/main" id="{2D5F0D7E-9864-DB12-558B-54F8AE5AD1F4}"/>
              </a:ext>
            </a:extLst>
          </p:cNvPr>
          <p:cNvSpPr txBox="1"/>
          <p:nvPr/>
        </p:nvSpPr>
        <p:spPr>
          <a:xfrm>
            <a:off x="2621280" y="327995"/>
            <a:ext cx="694944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AI4Math</a:t>
            </a:r>
          </a:p>
          <a:p>
            <a:pPr algn="ctr"/>
            <a:r>
              <a:rPr lang="en-US" sz="3200" b="1" dirty="0"/>
              <a:t>Reinforcement Learning – Chess Model</a:t>
            </a:r>
          </a:p>
          <a:p>
            <a:pPr algn="ctr"/>
            <a:endParaRPr lang="en-US" sz="3200" b="1" dirty="0"/>
          </a:p>
          <a:p>
            <a:pPr algn="ctr"/>
            <a:r>
              <a:rPr lang="en-US" sz="2000" dirty="0"/>
              <a:t>Jakob [LAST_NAME], </a:t>
            </a:r>
            <a:r>
              <a:rPr lang="en-US" sz="2000" dirty="0" err="1"/>
              <a:t>Jannis</a:t>
            </a:r>
            <a:r>
              <a:rPr lang="en-US" sz="2000" dirty="0"/>
              <a:t> [LAST_NAME], </a:t>
            </a:r>
            <a:r>
              <a:rPr lang="en-US" sz="2000" dirty="0" err="1"/>
              <a:t>Patric</a:t>
            </a:r>
            <a:r>
              <a:rPr lang="en-US" sz="2000" dirty="0"/>
              <a:t> Riedel</a:t>
            </a:r>
            <a:endParaRPr lang="en-US" sz="2400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6C5DD21-8D3D-1CD3-62F4-4FE645B10350}"/>
              </a:ext>
            </a:extLst>
          </p:cNvPr>
          <p:cNvGrpSpPr/>
          <p:nvPr/>
        </p:nvGrpSpPr>
        <p:grpSpPr>
          <a:xfrm>
            <a:off x="-744000" y="-3411000"/>
            <a:ext cx="13680000" cy="13680000"/>
            <a:chOff x="2856000" y="183168"/>
            <a:chExt cx="6480000" cy="6485832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86868810-1380-181A-F976-D6EE22AE0719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F0A0F860-6741-7DC7-366A-73D58FA59383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A55BE214-2143-9DBB-3685-874C1393A8F8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6D36A2B9-1042-E6B9-B17F-0D23E83252DC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9B1FC34D-13FE-F21C-A703-86EEB8D2BBAC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C0312F37-747F-9747-3CA8-927C1A53068A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7F388707-20EF-D0D4-80DE-A787B02343BE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29706C26-E195-EA08-2488-227FCD1A2AE2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63515A3D-104A-1E00-BB30-951BA696F940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1BBBED00-EA64-67FE-DBC6-EA095DC54F37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7036B56C-E8D0-69F8-4D1B-B755B5AA1690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8A384C33-EB9E-BEDD-7122-7DC968759F7C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D6B8E93D-8EBC-17BE-0041-6990DE2A23BA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E6B8F67-2E8C-5592-130E-BC0E37BD9F8B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BDD8D72E-1DD9-174C-ED38-4D927243802F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403F40FB-2D3A-F9E9-E42E-7501A825C2E6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A9846445-644B-A5E4-2AAC-FEDEC017542F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2123A8B5-EE82-CB2F-B3D6-20BA567B8137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DB0C12D4-B2A3-9522-3344-BE6AC4359EC7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C54619D4-B65A-CAD4-DAB2-9540262A15D0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9C1844DA-B2BA-6946-D0CB-48A232CBA6F8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B1F6E8C3-86B1-CAF9-7962-35DD33B19623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DAC51F65-3A54-92FF-07F6-46D3E71973E8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25586E95-A933-B001-8B28-8FA2B0173D43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34F907F7-1CB2-067B-560A-9B1CE984F24E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FF5168E4-34A7-5536-7A39-6A13EF71213E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3F05F9BB-6EC4-BABE-92C5-19F5C20E2D75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2DA35E39-B130-27CD-E1B4-471BF7BE2FDE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F7358D0A-EEDF-A203-B799-3ED5B056E309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6D27E8DA-3B14-65D6-2F90-234FE8AEDC9B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758DA172-6B71-6E9B-2280-ADB6F6C5DE7E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3E111E5F-DD9B-AAC5-4EAD-3E30CD924C10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2C0E6521-17EF-83D9-8806-C08277D692F1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286CE3B8-8D66-CE5E-9097-27AFCB0A5CFD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BC64827-2366-7CAA-2339-AC6682523015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0E1A4C6A-9423-8B45-12E8-79DEC06B87DD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53B16FAF-AAA5-5534-81E9-12A531CCC826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C17E5C34-D302-39A8-4AD6-3851020705A3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1706C2A1-23B8-A01E-A0A0-F7DA9E3EB8F6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EFA9016B-2B58-8C05-9421-C3BE76718D6D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9088FFBC-06B6-16E1-8583-7FBBC233734C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FCE85D0D-0EB8-BB75-085B-94F0CDD5EEB6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FFC409D3-B6E0-30D4-AD09-6E6ED376ADD6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hteck 13">
                <a:extLst>
                  <a:ext uri="{FF2B5EF4-FFF2-40B4-BE49-F238E27FC236}">
                    <a16:creationId xmlns:a16="http://schemas.microsoft.com/office/drawing/2014/main" id="{BD3C1EEE-7F4D-938E-3DE1-B3FDCFC80921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3B75DE60-8E5A-6401-7BAC-1C88BB22BA67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87CC9FCE-380C-539C-C136-89B4967E7C0B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AC85A7D1-F443-C635-E98E-57196F54967C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E6F3F312-4B88-D219-AE32-7EBF3F3564B9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D985B27D-EA30-A2E1-66A2-FBACDA3D3E3D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08D1A9B3-18CB-B8B3-933D-51C97C86E51C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76FC813C-9491-416D-0842-447A16B3A201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F7340945-F2F0-F003-FFF6-BF0E63BEB7E2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F1F8ABB8-DC6E-4AEE-6CB3-40F8F1F97ABD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F17531FB-67E6-8F7E-4AA6-DA4CCBF29DA2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D6DFEF24-C738-A758-124C-39A4854227D7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C6DAEFA8-2045-269F-F0C5-C71ACC89C48D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5AB5D222-0B50-2354-0D04-852119D1E0D7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5DB31B53-BA8A-2CE5-0BA4-C4DCDF9EA2CA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FB5BC67B-0F03-7F0F-948C-6FB7B743C3AB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4056F70E-FF94-9E47-7153-D4DBDBAE40DD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ECA94949-7457-7055-6FE6-3824E189C3B8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479F269F-76A6-C0E3-C555-EAD73EABC492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28677284-F69F-FC94-B40E-D18864CBD6AA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9E3E19AC-A3FA-BC64-7A39-9DF69990BBBF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AA291A02-ABF9-1EC9-8056-33321456A1D1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0067F39E-CDFB-8AE9-345E-9AFF689CC35C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0CE75BB7-DCB8-A170-7383-DE08AF14AE71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E0297708-D690-C5A7-4847-BE82BF45BABA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7C80FA83-7EDD-8CE9-6C78-DB7EAA13DBA9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DABB039A-7062-EABE-165E-3BFBF75627AF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06003D34-9692-7C72-B419-4D2CB8D38070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AEA10B22-76AD-EC45-81CC-39D536FC56C6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4C6B565E-002B-D479-78A9-7C4BD0CD884B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FA9FB750-4F48-6AFD-3860-3B631B85FFCC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9A9A8110-3724-06D9-B402-608CA1DE5794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B6FE0B60-2A1C-557A-6D28-449B572A887F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E6F324FB-283D-D98B-991D-639D20407413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hteck 47">
                <a:extLst>
                  <a:ext uri="{FF2B5EF4-FFF2-40B4-BE49-F238E27FC236}">
                    <a16:creationId xmlns:a16="http://schemas.microsoft.com/office/drawing/2014/main" id="{913D8CC8-9BD8-0704-8BEE-934DBBC213AA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94D20B59-E5BD-E02A-99E8-BE1DEC2728C1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hteck 49">
                <a:extLst>
                  <a:ext uri="{FF2B5EF4-FFF2-40B4-BE49-F238E27FC236}">
                    <a16:creationId xmlns:a16="http://schemas.microsoft.com/office/drawing/2014/main" id="{C791D596-57B8-627C-5BDA-9D0719B85DF8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hteck 50">
                <a:extLst>
                  <a:ext uri="{FF2B5EF4-FFF2-40B4-BE49-F238E27FC236}">
                    <a16:creationId xmlns:a16="http://schemas.microsoft.com/office/drawing/2014/main" id="{970BD8E1-843B-4EB2-39F5-DD108C19DB92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2BACC614-E4CF-FA5B-65F2-9EB9EE449CAD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hteck 52">
                <a:extLst>
                  <a:ext uri="{FF2B5EF4-FFF2-40B4-BE49-F238E27FC236}">
                    <a16:creationId xmlns:a16="http://schemas.microsoft.com/office/drawing/2014/main" id="{69E69FFC-9289-855D-3F3F-A944E8204C8E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hteck 53">
                <a:extLst>
                  <a:ext uri="{FF2B5EF4-FFF2-40B4-BE49-F238E27FC236}">
                    <a16:creationId xmlns:a16="http://schemas.microsoft.com/office/drawing/2014/main" id="{72F4528C-721B-ABDC-23FF-1987D982A2CC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292D907D-29AF-73AB-2E7D-65182203C7FA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hteck 55">
                <a:extLst>
                  <a:ext uri="{FF2B5EF4-FFF2-40B4-BE49-F238E27FC236}">
                    <a16:creationId xmlns:a16="http://schemas.microsoft.com/office/drawing/2014/main" id="{2E78A0A4-6389-DF80-39CC-6815E955A5EF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hteck 56">
                <a:extLst>
                  <a:ext uri="{FF2B5EF4-FFF2-40B4-BE49-F238E27FC236}">
                    <a16:creationId xmlns:a16="http://schemas.microsoft.com/office/drawing/2014/main" id="{8309C323-7B0F-B5B6-1725-B1334DE775A0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hteck 57">
                <a:extLst>
                  <a:ext uri="{FF2B5EF4-FFF2-40B4-BE49-F238E27FC236}">
                    <a16:creationId xmlns:a16="http://schemas.microsoft.com/office/drawing/2014/main" id="{330BEAD6-2F39-CD3D-A99F-503EE7716E73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hteck 58">
                <a:extLst>
                  <a:ext uri="{FF2B5EF4-FFF2-40B4-BE49-F238E27FC236}">
                    <a16:creationId xmlns:a16="http://schemas.microsoft.com/office/drawing/2014/main" id="{D902C8D8-13D0-07A6-43B5-7661F3400C7A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4B028D3E-589A-5856-45A0-620D9EA7431F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85ABC4FC-4E65-F005-5B48-1F0AE44966DB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675AC87B-AA3C-073D-685E-070250B021F9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E081357C-3FDE-B9A1-9E8D-25D99CE36854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19EF41FF-C2AA-08F0-8E65-7CF52B3F0F9F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FF322639-793B-97CD-7941-2F9F230988D1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20896529-57EE-6A5E-78D9-FCA3D6002930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61350A6C-A0E4-8D24-E618-690431D429C4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DBD4F243-BE25-C3BB-48CB-AAE927BB194B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317DB000-FAF1-F86D-39B4-123F29113CB0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8D2DB2B0-20F3-A78C-94CB-2757DE66462B}"/>
              </a:ext>
            </a:extLst>
          </p:cNvPr>
          <p:cNvSpPr txBox="1"/>
          <p:nvPr/>
        </p:nvSpPr>
        <p:spPr>
          <a:xfrm>
            <a:off x="1536001" y="405265"/>
            <a:ext cx="1520000" cy="151125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C0F4D3EC-3675-6D97-6E84-793554CB411F}"/>
              </a:ext>
            </a:extLst>
          </p:cNvPr>
          <p:cNvSpPr txBox="1"/>
          <p:nvPr/>
        </p:nvSpPr>
        <p:spPr>
          <a:xfrm>
            <a:off x="10672000" y="3435150"/>
            <a:ext cx="1520000" cy="151213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5E85D9C8-8BE0-0E06-3275-9BD42F533CA4}"/>
              </a:ext>
            </a:extLst>
          </p:cNvPr>
          <p:cNvSpPr txBox="1"/>
          <p:nvPr/>
        </p:nvSpPr>
        <p:spPr>
          <a:xfrm>
            <a:off x="3076689" y="4961163"/>
            <a:ext cx="1478622" cy="151125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♞</a:t>
            </a:r>
          </a:p>
        </p:txBody>
      </p:sp>
    </p:spTree>
    <p:extLst>
      <p:ext uri="{BB962C8B-B14F-4D97-AF65-F5344CB8AC3E}">
        <p14:creationId xmlns:p14="http://schemas.microsoft.com/office/powerpoint/2010/main" val="3172734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uppieren 220">
            <a:extLst>
              <a:ext uri="{FF2B5EF4-FFF2-40B4-BE49-F238E27FC236}">
                <a16:creationId xmlns:a16="http://schemas.microsoft.com/office/drawing/2014/main" id="{2CA06F11-008C-22C2-391C-47DB1D411317}"/>
              </a:ext>
            </a:extLst>
          </p:cNvPr>
          <p:cNvGrpSpPr/>
          <p:nvPr/>
        </p:nvGrpSpPr>
        <p:grpSpPr>
          <a:xfrm>
            <a:off x="-2830051" y="-7956567"/>
            <a:ext cx="20520000" cy="20520000"/>
            <a:chOff x="2856000" y="183168"/>
            <a:chExt cx="6480000" cy="6485832"/>
          </a:xfrm>
        </p:grpSpPr>
        <p:grpSp>
          <p:nvGrpSpPr>
            <p:cNvPr id="222" name="Gruppieren 221">
              <a:extLst>
                <a:ext uri="{FF2B5EF4-FFF2-40B4-BE49-F238E27FC236}">
                  <a16:creationId xmlns:a16="http://schemas.microsoft.com/office/drawing/2014/main" id="{866424AB-CD27-CE66-BD9A-247936F5479F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288" name="Rechteck 287">
                <a:extLst>
                  <a:ext uri="{FF2B5EF4-FFF2-40B4-BE49-F238E27FC236}">
                    <a16:creationId xmlns:a16="http://schemas.microsoft.com/office/drawing/2014/main" id="{CC53CD79-D857-E688-A08E-2012D3EECA1E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9" name="Textfeld 288">
                <a:extLst>
                  <a:ext uri="{FF2B5EF4-FFF2-40B4-BE49-F238E27FC236}">
                    <a16:creationId xmlns:a16="http://schemas.microsoft.com/office/drawing/2014/main" id="{06A67D88-83AB-EE3E-F7AD-A622690E2980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290" name="Textfeld 289">
                <a:extLst>
                  <a:ext uri="{FF2B5EF4-FFF2-40B4-BE49-F238E27FC236}">
                    <a16:creationId xmlns:a16="http://schemas.microsoft.com/office/drawing/2014/main" id="{2CBCDDB0-E32A-7B1B-0F3E-AE28616A37C4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291" name="Textfeld 290">
                <a:extLst>
                  <a:ext uri="{FF2B5EF4-FFF2-40B4-BE49-F238E27FC236}">
                    <a16:creationId xmlns:a16="http://schemas.microsoft.com/office/drawing/2014/main" id="{2529F0B3-18C2-BD6B-A37B-EC7ACB6C0571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292" name="Textfeld 291">
                <a:extLst>
                  <a:ext uri="{FF2B5EF4-FFF2-40B4-BE49-F238E27FC236}">
                    <a16:creationId xmlns:a16="http://schemas.microsoft.com/office/drawing/2014/main" id="{DB166615-38FF-BD0A-2497-52CB6C0B11B2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293" name="Textfeld 292">
                <a:extLst>
                  <a:ext uri="{FF2B5EF4-FFF2-40B4-BE49-F238E27FC236}">
                    <a16:creationId xmlns:a16="http://schemas.microsoft.com/office/drawing/2014/main" id="{587AB57B-F8B7-C428-29DD-7556085DDEE8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294" name="Textfeld 293">
                <a:extLst>
                  <a:ext uri="{FF2B5EF4-FFF2-40B4-BE49-F238E27FC236}">
                    <a16:creationId xmlns:a16="http://schemas.microsoft.com/office/drawing/2014/main" id="{FD1E1E02-6AC2-7C2F-7E23-D330C7570927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295" name="Textfeld 294">
                <a:extLst>
                  <a:ext uri="{FF2B5EF4-FFF2-40B4-BE49-F238E27FC236}">
                    <a16:creationId xmlns:a16="http://schemas.microsoft.com/office/drawing/2014/main" id="{7D9F6BE5-39DA-D1F4-CEDE-F3963B14F828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296" name="Textfeld 295">
                <a:extLst>
                  <a:ext uri="{FF2B5EF4-FFF2-40B4-BE49-F238E27FC236}">
                    <a16:creationId xmlns:a16="http://schemas.microsoft.com/office/drawing/2014/main" id="{80B130AF-E7B8-0A36-0B54-376FD51E58FB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297" name="Textfeld 296">
                <a:extLst>
                  <a:ext uri="{FF2B5EF4-FFF2-40B4-BE49-F238E27FC236}">
                    <a16:creationId xmlns:a16="http://schemas.microsoft.com/office/drawing/2014/main" id="{6D1BAEA6-0F88-8910-2FCC-C2C3EA3C6587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298" name="Textfeld 297">
                <a:extLst>
                  <a:ext uri="{FF2B5EF4-FFF2-40B4-BE49-F238E27FC236}">
                    <a16:creationId xmlns:a16="http://schemas.microsoft.com/office/drawing/2014/main" id="{9311B73E-6AFC-0EA0-3457-DFAB2F3E5102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299" name="Textfeld 298">
                <a:extLst>
                  <a:ext uri="{FF2B5EF4-FFF2-40B4-BE49-F238E27FC236}">
                    <a16:creationId xmlns:a16="http://schemas.microsoft.com/office/drawing/2014/main" id="{96E9F965-79CB-0D0E-A345-23872D172949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300" name="Textfeld 299">
                <a:extLst>
                  <a:ext uri="{FF2B5EF4-FFF2-40B4-BE49-F238E27FC236}">
                    <a16:creationId xmlns:a16="http://schemas.microsoft.com/office/drawing/2014/main" id="{9FEFB899-2FFC-489A-3490-2380E74F24AE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301" name="Textfeld 300">
                <a:extLst>
                  <a:ext uri="{FF2B5EF4-FFF2-40B4-BE49-F238E27FC236}">
                    <a16:creationId xmlns:a16="http://schemas.microsoft.com/office/drawing/2014/main" id="{5E4EB1BD-D926-A373-67EA-659C199B890A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302" name="Textfeld 301">
                <a:extLst>
                  <a:ext uri="{FF2B5EF4-FFF2-40B4-BE49-F238E27FC236}">
                    <a16:creationId xmlns:a16="http://schemas.microsoft.com/office/drawing/2014/main" id="{47D718EA-07C6-AA02-C78C-7B650CA41449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303" name="Textfeld 302">
                <a:extLst>
                  <a:ext uri="{FF2B5EF4-FFF2-40B4-BE49-F238E27FC236}">
                    <a16:creationId xmlns:a16="http://schemas.microsoft.com/office/drawing/2014/main" id="{3C872993-2042-DEA8-0AF2-FBAE8941E832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304" name="Textfeld 303">
                <a:extLst>
                  <a:ext uri="{FF2B5EF4-FFF2-40B4-BE49-F238E27FC236}">
                    <a16:creationId xmlns:a16="http://schemas.microsoft.com/office/drawing/2014/main" id="{EE7C9209-FD9C-1DA9-7FB8-C249B2981ED6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305" name="Textfeld 304">
                <a:extLst>
                  <a:ext uri="{FF2B5EF4-FFF2-40B4-BE49-F238E27FC236}">
                    <a16:creationId xmlns:a16="http://schemas.microsoft.com/office/drawing/2014/main" id="{A8A9137A-C13D-1B1A-EC08-B9F15597DBFE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306" name="Textfeld 305">
                <a:extLst>
                  <a:ext uri="{FF2B5EF4-FFF2-40B4-BE49-F238E27FC236}">
                    <a16:creationId xmlns:a16="http://schemas.microsoft.com/office/drawing/2014/main" id="{85E77C7F-B6DC-EE0D-C100-3F352414B653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307" name="Textfeld 306">
                <a:extLst>
                  <a:ext uri="{FF2B5EF4-FFF2-40B4-BE49-F238E27FC236}">
                    <a16:creationId xmlns:a16="http://schemas.microsoft.com/office/drawing/2014/main" id="{B41FEBF6-4101-C5CB-EEF2-B8E8B4625692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308" name="Textfeld 307">
                <a:extLst>
                  <a:ext uri="{FF2B5EF4-FFF2-40B4-BE49-F238E27FC236}">
                    <a16:creationId xmlns:a16="http://schemas.microsoft.com/office/drawing/2014/main" id="{5021AA3A-4057-CC8D-0DBB-A17EF77FF2B9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309" name="Textfeld 308">
                <a:extLst>
                  <a:ext uri="{FF2B5EF4-FFF2-40B4-BE49-F238E27FC236}">
                    <a16:creationId xmlns:a16="http://schemas.microsoft.com/office/drawing/2014/main" id="{D00A8749-4AAF-353F-9844-B8F9C1F924FB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310" name="Textfeld 309">
                <a:extLst>
                  <a:ext uri="{FF2B5EF4-FFF2-40B4-BE49-F238E27FC236}">
                    <a16:creationId xmlns:a16="http://schemas.microsoft.com/office/drawing/2014/main" id="{6F879C1A-C827-9269-139C-252A45656188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311" name="Textfeld 310">
                <a:extLst>
                  <a:ext uri="{FF2B5EF4-FFF2-40B4-BE49-F238E27FC236}">
                    <a16:creationId xmlns:a16="http://schemas.microsoft.com/office/drawing/2014/main" id="{CC192296-5712-B9B9-6DC6-A353E4C9AE7A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312" name="Textfeld 311">
                <a:extLst>
                  <a:ext uri="{FF2B5EF4-FFF2-40B4-BE49-F238E27FC236}">
                    <a16:creationId xmlns:a16="http://schemas.microsoft.com/office/drawing/2014/main" id="{B89CCF13-0E93-4558-A33F-AF52746217D1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313" name="Textfeld 312">
                <a:extLst>
                  <a:ext uri="{FF2B5EF4-FFF2-40B4-BE49-F238E27FC236}">
                    <a16:creationId xmlns:a16="http://schemas.microsoft.com/office/drawing/2014/main" id="{1818B7E4-C481-EC02-A542-1CD99DABFABF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314" name="Textfeld 313">
                <a:extLst>
                  <a:ext uri="{FF2B5EF4-FFF2-40B4-BE49-F238E27FC236}">
                    <a16:creationId xmlns:a16="http://schemas.microsoft.com/office/drawing/2014/main" id="{714B8A3E-DA82-409A-AC82-37F2A7EE837A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315" name="Textfeld 314">
                <a:extLst>
                  <a:ext uri="{FF2B5EF4-FFF2-40B4-BE49-F238E27FC236}">
                    <a16:creationId xmlns:a16="http://schemas.microsoft.com/office/drawing/2014/main" id="{67FDC11B-B196-F3D3-C9BB-DC3D7991F57D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316" name="Textfeld 315">
                <a:extLst>
                  <a:ext uri="{FF2B5EF4-FFF2-40B4-BE49-F238E27FC236}">
                    <a16:creationId xmlns:a16="http://schemas.microsoft.com/office/drawing/2014/main" id="{3219BE62-C6D4-E35E-0E5B-3CF030907209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317" name="Textfeld 316">
                <a:extLst>
                  <a:ext uri="{FF2B5EF4-FFF2-40B4-BE49-F238E27FC236}">
                    <a16:creationId xmlns:a16="http://schemas.microsoft.com/office/drawing/2014/main" id="{BCD79AE8-5917-4771-D46B-7D43E9CFD427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318" name="Textfeld 317">
                <a:extLst>
                  <a:ext uri="{FF2B5EF4-FFF2-40B4-BE49-F238E27FC236}">
                    <a16:creationId xmlns:a16="http://schemas.microsoft.com/office/drawing/2014/main" id="{06D4CD44-FA14-A6CE-E527-F949C8D121EE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319" name="Textfeld 318">
                <a:extLst>
                  <a:ext uri="{FF2B5EF4-FFF2-40B4-BE49-F238E27FC236}">
                    <a16:creationId xmlns:a16="http://schemas.microsoft.com/office/drawing/2014/main" id="{5361CFEB-A5A7-F75B-B5E7-BF714D590B61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320" name="Textfeld 319">
                <a:extLst>
                  <a:ext uri="{FF2B5EF4-FFF2-40B4-BE49-F238E27FC236}">
                    <a16:creationId xmlns:a16="http://schemas.microsoft.com/office/drawing/2014/main" id="{C7E781A5-8FCE-7180-B4DF-407BA945F19E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223" name="Gruppieren 222">
              <a:extLst>
                <a:ext uri="{FF2B5EF4-FFF2-40B4-BE49-F238E27FC236}">
                  <a16:creationId xmlns:a16="http://schemas.microsoft.com/office/drawing/2014/main" id="{804274F8-D528-C3F1-2F84-FB65C8E09D00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224" name="Rechteck 223">
                <a:extLst>
                  <a:ext uri="{FF2B5EF4-FFF2-40B4-BE49-F238E27FC236}">
                    <a16:creationId xmlns:a16="http://schemas.microsoft.com/office/drawing/2014/main" id="{BF36FDD0-C03E-7F4E-775A-D18E616271A1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Rechteck 224">
                <a:extLst>
                  <a:ext uri="{FF2B5EF4-FFF2-40B4-BE49-F238E27FC236}">
                    <a16:creationId xmlns:a16="http://schemas.microsoft.com/office/drawing/2014/main" id="{3A1F4172-50FA-ED7F-85D5-308746847D57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hteck 225">
                <a:extLst>
                  <a:ext uri="{FF2B5EF4-FFF2-40B4-BE49-F238E27FC236}">
                    <a16:creationId xmlns:a16="http://schemas.microsoft.com/office/drawing/2014/main" id="{E3A09B21-E4BC-A930-69AA-3B9109A996A1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hteck 226">
                <a:extLst>
                  <a:ext uri="{FF2B5EF4-FFF2-40B4-BE49-F238E27FC236}">
                    <a16:creationId xmlns:a16="http://schemas.microsoft.com/office/drawing/2014/main" id="{2D979CD1-996E-173D-1280-AA6B79515AD8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Rechteck 227">
                <a:extLst>
                  <a:ext uri="{FF2B5EF4-FFF2-40B4-BE49-F238E27FC236}">
                    <a16:creationId xmlns:a16="http://schemas.microsoft.com/office/drawing/2014/main" id="{821771E6-6EB3-072E-A70C-5F51B9D13186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Rechteck 228">
                <a:extLst>
                  <a:ext uri="{FF2B5EF4-FFF2-40B4-BE49-F238E27FC236}">
                    <a16:creationId xmlns:a16="http://schemas.microsoft.com/office/drawing/2014/main" id="{DA313C94-C3C4-882A-44D5-873167637CBD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Rechteck 229">
                <a:extLst>
                  <a:ext uri="{FF2B5EF4-FFF2-40B4-BE49-F238E27FC236}">
                    <a16:creationId xmlns:a16="http://schemas.microsoft.com/office/drawing/2014/main" id="{5BD554A7-9DFA-E5DA-F2F6-18F91A76A669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Rechteck 230">
                <a:extLst>
                  <a:ext uri="{FF2B5EF4-FFF2-40B4-BE49-F238E27FC236}">
                    <a16:creationId xmlns:a16="http://schemas.microsoft.com/office/drawing/2014/main" id="{6EC16D4F-1C17-CD28-C936-C22F9C64ABE9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2" name="Rechteck 231">
                <a:extLst>
                  <a:ext uri="{FF2B5EF4-FFF2-40B4-BE49-F238E27FC236}">
                    <a16:creationId xmlns:a16="http://schemas.microsoft.com/office/drawing/2014/main" id="{CE5F81AE-95CF-B7A2-DE08-332FA1C51CBF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" name="Rechteck 232">
                <a:extLst>
                  <a:ext uri="{FF2B5EF4-FFF2-40B4-BE49-F238E27FC236}">
                    <a16:creationId xmlns:a16="http://schemas.microsoft.com/office/drawing/2014/main" id="{6EDB05BB-E481-C40D-B71E-BDB833CE8A41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" name="Rechteck 233">
                <a:extLst>
                  <a:ext uri="{FF2B5EF4-FFF2-40B4-BE49-F238E27FC236}">
                    <a16:creationId xmlns:a16="http://schemas.microsoft.com/office/drawing/2014/main" id="{852C3412-1AC2-4208-6E59-E0980E4D18A6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" name="Rechteck 234">
                <a:extLst>
                  <a:ext uri="{FF2B5EF4-FFF2-40B4-BE49-F238E27FC236}">
                    <a16:creationId xmlns:a16="http://schemas.microsoft.com/office/drawing/2014/main" id="{C62F9967-1E02-2C28-B8E5-67880B0E8592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Rechteck 235">
                <a:extLst>
                  <a:ext uri="{FF2B5EF4-FFF2-40B4-BE49-F238E27FC236}">
                    <a16:creationId xmlns:a16="http://schemas.microsoft.com/office/drawing/2014/main" id="{EB604160-5E08-9CAC-E7FF-6142BA59A932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Rechteck 236">
                <a:extLst>
                  <a:ext uri="{FF2B5EF4-FFF2-40B4-BE49-F238E27FC236}">
                    <a16:creationId xmlns:a16="http://schemas.microsoft.com/office/drawing/2014/main" id="{A5A07753-DBEB-98BD-F551-B4548C687E31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Rechteck 237">
                <a:extLst>
                  <a:ext uri="{FF2B5EF4-FFF2-40B4-BE49-F238E27FC236}">
                    <a16:creationId xmlns:a16="http://schemas.microsoft.com/office/drawing/2014/main" id="{F7F021C4-0D59-BF9A-F0B3-7F1287257275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Rechteck 238">
                <a:extLst>
                  <a:ext uri="{FF2B5EF4-FFF2-40B4-BE49-F238E27FC236}">
                    <a16:creationId xmlns:a16="http://schemas.microsoft.com/office/drawing/2014/main" id="{A01B1400-7EEC-D678-099F-269E487700C2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Rechteck 239">
                <a:extLst>
                  <a:ext uri="{FF2B5EF4-FFF2-40B4-BE49-F238E27FC236}">
                    <a16:creationId xmlns:a16="http://schemas.microsoft.com/office/drawing/2014/main" id="{7D9D55FF-5D3D-65CB-429C-8479F2FB1FA4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Rechteck 240">
                <a:extLst>
                  <a:ext uri="{FF2B5EF4-FFF2-40B4-BE49-F238E27FC236}">
                    <a16:creationId xmlns:a16="http://schemas.microsoft.com/office/drawing/2014/main" id="{A57EB459-5833-8291-4FBF-A4C620A84493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Rechteck 241">
                <a:extLst>
                  <a:ext uri="{FF2B5EF4-FFF2-40B4-BE49-F238E27FC236}">
                    <a16:creationId xmlns:a16="http://schemas.microsoft.com/office/drawing/2014/main" id="{F0148F2A-37D7-526E-948E-6CB994839CBA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Rechteck 242">
                <a:extLst>
                  <a:ext uri="{FF2B5EF4-FFF2-40B4-BE49-F238E27FC236}">
                    <a16:creationId xmlns:a16="http://schemas.microsoft.com/office/drawing/2014/main" id="{BD8E933F-1B2F-776A-340B-A5BCF6F2DFBA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Rechteck 243">
                <a:extLst>
                  <a:ext uri="{FF2B5EF4-FFF2-40B4-BE49-F238E27FC236}">
                    <a16:creationId xmlns:a16="http://schemas.microsoft.com/office/drawing/2014/main" id="{1387070E-5C1D-32F7-3CEE-DDF1B7E7A275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Rechteck 244">
                <a:extLst>
                  <a:ext uri="{FF2B5EF4-FFF2-40B4-BE49-F238E27FC236}">
                    <a16:creationId xmlns:a16="http://schemas.microsoft.com/office/drawing/2014/main" id="{8CCCA599-D7B0-2C0A-CF81-9CD2FCA94EF4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Rechteck 245">
                <a:extLst>
                  <a:ext uri="{FF2B5EF4-FFF2-40B4-BE49-F238E27FC236}">
                    <a16:creationId xmlns:a16="http://schemas.microsoft.com/office/drawing/2014/main" id="{55F8F80D-3196-FDA7-0FC2-265573BD4931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Rechteck 246">
                <a:extLst>
                  <a:ext uri="{FF2B5EF4-FFF2-40B4-BE49-F238E27FC236}">
                    <a16:creationId xmlns:a16="http://schemas.microsoft.com/office/drawing/2014/main" id="{D60825B8-8CC1-21B4-3F65-C11CA0AD1708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Rechteck 247">
                <a:extLst>
                  <a:ext uri="{FF2B5EF4-FFF2-40B4-BE49-F238E27FC236}">
                    <a16:creationId xmlns:a16="http://schemas.microsoft.com/office/drawing/2014/main" id="{D74B4C16-6718-50A7-011A-1A8734996130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9" name="Rechteck 248">
                <a:extLst>
                  <a:ext uri="{FF2B5EF4-FFF2-40B4-BE49-F238E27FC236}">
                    <a16:creationId xmlns:a16="http://schemas.microsoft.com/office/drawing/2014/main" id="{168060F2-8F26-0BAD-1204-1306DD4295A3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Rechteck 249">
                <a:extLst>
                  <a:ext uri="{FF2B5EF4-FFF2-40B4-BE49-F238E27FC236}">
                    <a16:creationId xmlns:a16="http://schemas.microsoft.com/office/drawing/2014/main" id="{DF46B380-C8B5-DE2F-B3DB-81C0C76E7968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1" name="Rechteck 250">
                <a:extLst>
                  <a:ext uri="{FF2B5EF4-FFF2-40B4-BE49-F238E27FC236}">
                    <a16:creationId xmlns:a16="http://schemas.microsoft.com/office/drawing/2014/main" id="{75E70758-8E72-07A5-CB9B-762A510DE34F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hteck 251">
                <a:extLst>
                  <a:ext uri="{FF2B5EF4-FFF2-40B4-BE49-F238E27FC236}">
                    <a16:creationId xmlns:a16="http://schemas.microsoft.com/office/drawing/2014/main" id="{FAFAE3B7-6616-81EA-F09C-7DCEE3853196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Rechteck 252">
                <a:extLst>
                  <a:ext uri="{FF2B5EF4-FFF2-40B4-BE49-F238E27FC236}">
                    <a16:creationId xmlns:a16="http://schemas.microsoft.com/office/drawing/2014/main" id="{1F577412-A2E4-A728-CAEC-6EF21A6F2A16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4" name="Rechteck 253">
                <a:extLst>
                  <a:ext uri="{FF2B5EF4-FFF2-40B4-BE49-F238E27FC236}">
                    <a16:creationId xmlns:a16="http://schemas.microsoft.com/office/drawing/2014/main" id="{C8DB863E-A398-D78C-3878-D222FAE971B1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5" name="Rechteck 254">
                <a:extLst>
                  <a:ext uri="{FF2B5EF4-FFF2-40B4-BE49-F238E27FC236}">
                    <a16:creationId xmlns:a16="http://schemas.microsoft.com/office/drawing/2014/main" id="{F27DB5D8-38EF-2F28-3856-8A8A459D98E2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6" name="Rechteck 255">
                <a:extLst>
                  <a:ext uri="{FF2B5EF4-FFF2-40B4-BE49-F238E27FC236}">
                    <a16:creationId xmlns:a16="http://schemas.microsoft.com/office/drawing/2014/main" id="{83E5E3C5-D235-00DA-3BED-FF1FE74F239E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7" name="Rechteck 256">
                <a:extLst>
                  <a:ext uri="{FF2B5EF4-FFF2-40B4-BE49-F238E27FC236}">
                    <a16:creationId xmlns:a16="http://schemas.microsoft.com/office/drawing/2014/main" id="{2CB73876-F89A-EB49-4C58-96B616253E5C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8" name="Rechteck 257">
                <a:extLst>
                  <a:ext uri="{FF2B5EF4-FFF2-40B4-BE49-F238E27FC236}">
                    <a16:creationId xmlns:a16="http://schemas.microsoft.com/office/drawing/2014/main" id="{A45E177C-DA28-9F1B-CC32-8F5DCD55F4DC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9" name="Rechteck 258">
                <a:extLst>
                  <a:ext uri="{FF2B5EF4-FFF2-40B4-BE49-F238E27FC236}">
                    <a16:creationId xmlns:a16="http://schemas.microsoft.com/office/drawing/2014/main" id="{58B8A205-FD34-A71F-A60B-19D05C9FFBFD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Rechteck 259">
                <a:extLst>
                  <a:ext uri="{FF2B5EF4-FFF2-40B4-BE49-F238E27FC236}">
                    <a16:creationId xmlns:a16="http://schemas.microsoft.com/office/drawing/2014/main" id="{9DB1AC2C-5804-2E56-BA12-8AED43D854C5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1" name="Rechteck 260">
                <a:extLst>
                  <a:ext uri="{FF2B5EF4-FFF2-40B4-BE49-F238E27FC236}">
                    <a16:creationId xmlns:a16="http://schemas.microsoft.com/office/drawing/2014/main" id="{D00B2D0F-CA55-5858-9A88-86FCCD692272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2" name="Rechteck 261">
                <a:extLst>
                  <a:ext uri="{FF2B5EF4-FFF2-40B4-BE49-F238E27FC236}">
                    <a16:creationId xmlns:a16="http://schemas.microsoft.com/office/drawing/2014/main" id="{ACB15669-83F7-04B6-FA2D-27FBA30BD370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3" name="Rechteck 262">
                <a:extLst>
                  <a:ext uri="{FF2B5EF4-FFF2-40B4-BE49-F238E27FC236}">
                    <a16:creationId xmlns:a16="http://schemas.microsoft.com/office/drawing/2014/main" id="{A058E0B3-7AF1-5E9C-9F23-8D51DE907975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4" name="Rechteck 263">
                <a:extLst>
                  <a:ext uri="{FF2B5EF4-FFF2-40B4-BE49-F238E27FC236}">
                    <a16:creationId xmlns:a16="http://schemas.microsoft.com/office/drawing/2014/main" id="{7F9EA0DD-5CAD-4D06-6CA1-B0FBB8DDFB0A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5" name="Rechteck 264">
                <a:extLst>
                  <a:ext uri="{FF2B5EF4-FFF2-40B4-BE49-F238E27FC236}">
                    <a16:creationId xmlns:a16="http://schemas.microsoft.com/office/drawing/2014/main" id="{8DC070EB-D350-A9BC-2D55-DF632B4BABED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Rechteck 265">
                <a:extLst>
                  <a:ext uri="{FF2B5EF4-FFF2-40B4-BE49-F238E27FC236}">
                    <a16:creationId xmlns:a16="http://schemas.microsoft.com/office/drawing/2014/main" id="{55FD3700-A6B5-D685-D882-9B9AFFD6588D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7" name="Rechteck 266">
                <a:extLst>
                  <a:ext uri="{FF2B5EF4-FFF2-40B4-BE49-F238E27FC236}">
                    <a16:creationId xmlns:a16="http://schemas.microsoft.com/office/drawing/2014/main" id="{86E1B2FA-2CB1-4449-B569-A7881423D41F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Rechteck 267">
                <a:extLst>
                  <a:ext uri="{FF2B5EF4-FFF2-40B4-BE49-F238E27FC236}">
                    <a16:creationId xmlns:a16="http://schemas.microsoft.com/office/drawing/2014/main" id="{4D40A582-F02B-6551-937B-69F053BC2313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9" name="Rechteck 268">
                <a:extLst>
                  <a:ext uri="{FF2B5EF4-FFF2-40B4-BE49-F238E27FC236}">
                    <a16:creationId xmlns:a16="http://schemas.microsoft.com/office/drawing/2014/main" id="{B44B24FE-A0F9-504C-5911-08EE81D94F44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0" name="Rechteck 269">
                <a:extLst>
                  <a:ext uri="{FF2B5EF4-FFF2-40B4-BE49-F238E27FC236}">
                    <a16:creationId xmlns:a16="http://schemas.microsoft.com/office/drawing/2014/main" id="{476087B6-D264-9528-5C3A-96A79739BBCA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Rechteck 270">
                <a:extLst>
                  <a:ext uri="{FF2B5EF4-FFF2-40B4-BE49-F238E27FC236}">
                    <a16:creationId xmlns:a16="http://schemas.microsoft.com/office/drawing/2014/main" id="{E6FAFEEF-CFE3-DA8C-8E43-4876C40487EA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" name="Rechteck 271">
                <a:extLst>
                  <a:ext uri="{FF2B5EF4-FFF2-40B4-BE49-F238E27FC236}">
                    <a16:creationId xmlns:a16="http://schemas.microsoft.com/office/drawing/2014/main" id="{8C94ACAE-DF26-EEE6-2545-963744B26B15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3" name="Rechteck 272">
                <a:extLst>
                  <a:ext uri="{FF2B5EF4-FFF2-40B4-BE49-F238E27FC236}">
                    <a16:creationId xmlns:a16="http://schemas.microsoft.com/office/drawing/2014/main" id="{12532BBC-C0CC-E2B7-17BF-0F478B5E3CA9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Rechteck 273">
                <a:extLst>
                  <a:ext uri="{FF2B5EF4-FFF2-40B4-BE49-F238E27FC236}">
                    <a16:creationId xmlns:a16="http://schemas.microsoft.com/office/drawing/2014/main" id="{934DEB4A-4770-DC0B-0B36-1BF721BC3146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" name="Rechteck 274">
                <a:extLst>
                  <a:ext uri="{FF2B5EF4-FFF2-40B4-BE49-F238E27FC236}">
                    <a16:creationId xmlns:a16="http://schemas.microsoft.com/office/drawing/2014/main" id="{67555A16-39CA-94C4-FD20-73765927533F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" name="Rechteck 275">
                <a:extLst>
                  <a:ext uri="{FF2B5EF4-FFF2-40B4-BE49-F238E27FC236}">
                    <a16:creationId xmlns:a16="http://schemas.microsoft.com/office/drawing/2014/main" id="{B5EA843A-8A1A-D089-DF2C-244293D393A6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Rechteck 276">
                <a:extLst>
                  <a:ext uri="{FF2B5EF4-FFF2-40B4-BE49-F238E27FC236}">
                    <a16:creationId xmlns:a16="http://schemas.microsoft.com/office/drawing/2014/main" id="{4D39F664-AE4B-84AF-7BA9-CAF70E00E3B9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Rechteck 277">
                <a:extLst>
                  <a:ext uri="{FF2B5EF4-FFF2-40B4-BE49-F238E27FC236}">
                    <a16:creationId xmlns:a16="http://schemas.microsoft.com/office/drawing/2014/main" id="{0074ACC9-1D5D-ED6C-A70F-CE589DBEB51F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" name="Rechteck 278">
                <a:extLst>
                  <a:ext uri="{FF2B5EF4-FFF2-40B4-BE49-F238E27FC236}">
                    <a16:creationId xmlns:a16="http://schemas.microsoft.com/office/drawing/2014/main" id="{66E70C00-2A34-548F-6513-86458567EEAA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Rechteck 279">
                <a:extLst>
                  <a:ext uri="{FF2B5EF4-FFF2-40B4-BE49-F238E27FC236}">
                    <a16:creationId xmlns:a16="http://schemas.microsoft.com/office/drawing/2014/main" id="{CA0594BE-0B2A-35B5-C0BE-D4B4B9AB1CFC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1" name="Rechteck 280">
                <a:extLst>
                  <a:ext uri="{FF2B5EF4-FFF2-40B4-BE49-F238E27FC236}">
                    <a16:creationId xmlns:a16="http://schemas.microsoft.com/office/drawing/2014/main" id="{C0B83772-3333-496B-6055-516012576715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Rechteck 281">
                <a:extLst>
                  <a:ext uri="{FF2B5EF4-FFF2-40B4-BE49-F238E27FC236}">
                    <a16:creationId xmlns:a16="http://schemas.microsoft.com/office/drawing/2014/main" id="{CBB0F68E-65D8-DC8F-371A-0CB3FDEA8E91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3" name="Rechteck 282">
                <a:extLst>
                  <a:ext uri="{FF2B5EF4-FFF2-40B4-BE49-F238E27FC236}">
                    <a16:creationId xmlns:a16="http://schemas.microsoft.com/office/drawing/2014/main" id="{DCF59A80-6DC3-76A7-0951-901CA4DF21EE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" name="Rechteck 283">
                <a:extLst>
                  <a:ext uri="{FF2B5EF4-FFF2-40B4-BE49-F238E27FC236}">
                    <a16:creationId xmlns:a16="http://schemas.microsoft.com/office/drawing/2014/main" id="{DE516F92-E531-FA77-641C-90A2AB13AD68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" name="Rechteck 284">
                <a:extLst>
                  <a:ext uri="{FF2B5EF4-FFF2-40B4-BE49-F238E27FC236}">
                    <a16:creationId xmlns:a16="http://schemas.microsoft.com/office/drawing/2014/main" id="{D9311913-9720-C785-B9F6-BC272CAAF0DB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Rechteck 285">
                <a:extLst>
                  <a:ext uri="{FF2B5EF4-FFF2-40B4-BE49-F238E27FC236}">
                    <a16:creationId xmlns:a16="http://schemas.microsoft.com/office/drawing/2014/main" id="{A9FEC254-34E2-64C4-2C75-93FCCD434AF8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7" name="Rechteck 286">
                <a:extLst>
                  <a:ext uri="{FF2B5EF4-FFF2-40B4-BE49-F238E27FC236}">
                    <a16:creationId xmlns:a16="http://schemas.microsoft.com/office/drawing/2014/main" id="{8BF2C2D2-886C-5978-A06D-37D020AB6B99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21" name="Textfeld 320">
            <a:extLst>
              <a:ext uri="{FF2B5EF4-FFF2-40B4-BE49-F238E27FC236}">
                <a16:creationId xmlns:a16="http://schemas.microsoft.com/office/drawing/2014/main" id="{9F56DABF-D807-B9FD-D7E6-A3CDF531BC31}"/>
              </a:ext>
            </a:extLst>
          </p:cNvPr>
          <p:cNvSpPr txBox="1"/>
          <p:nvPr/>
        </p:nvSpPr>
        <p:spPr>
          <a:xfrm>
            <a:off x="584510" y="-2243243"/>
            <a:ext cx="2280000" cy="227794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sp>
        <p:nvSpPr>
          <p:cNvPr id="322" name="Textfeld 321">
            <a:extLst>
              <a:ext uri="{FF2B5EF4-FFF2-40B4-BE49-F238E27FC236}">
                <a16:creationId xmlns:a16="http://schemas.microsoft.com/office/drawing/2014/main" id="{99A1C654-477E-41E9-4CD5-5ED76F1885DE}"/>
              </a:ext>
            </a:extLst>
          </p:cNvPr>
          <p:cNvSpPr txBox="1"/>
          <p:nvPr/>
        </p:nvSpPr>
        <p:spPr>
          <a:xfrm>
            <a:off x="14269949" y="2303433"/>
            <a:ext cx="2280000" cy="227241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sp>
        <p:nvSpPr>
          <p:cNvPr id="323" name="Textfeld 322">
            <a:extLst>
              <a:ext uri="{FF2B5EF4-FFF2-40B4-BE49-F238E27FC236}">
                <a16:creationId xmlns:a16="http://schemas.microsoft.com/office/drawing/2014/main" id="{776C367B-E8F1-2686-4DC4-DE0268EAAFAE}"/>
              </a:ext>
            </a:extLst>
          </p:cNvPr>
          <p:cNvSpPr txBox="1"/>
          <p:nvPr/>
        </p:nvSpPr>
        <p:spPr>
          <a:xfrm>
            <a:off x="2864510" y="4590606"/>
            <a:ext cx="2280000" cy="22631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♞</a:t>
            </a:r>
          </a:p>
        </p:txBody>
      </p:sp>
      <p:sp>
        <p:nvSpPr>
          <p:cNvPr id="324" name="Textfeld 323">
            <a:extLst>
              <a:ext uri="{FF2B5EF4-FFF2-40B4-BE49-F238E27FC236}">
                <a16:creationId xmlns:a16="http://schemas.microsoft.com/office/drawing/2014/main" id="{1322BE6E-4922-000C-4D02-0622DFD3F336}"/>
              </a:ext>
            </a:extLst>
          </p:cNvPr>
          <p:cNvSpPr txBox="1"/>
          <p:nvPr/>
        </p:nvSpPr>
        <p:spPr>
          <a:xfrm>
            <a:off x="9704510" y="2303434"/>
            <a:ext cx="2280000" cy="227241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885805EF-14A1-C20C-F608-9A7982BB4600}"/>
              </a:ext>
            </a:extLst>
          </p:cNvPr>
          <p:cNvGrpSpPr/>
          <p:nvPr/>
        </p:nvGrpSpPr>
        <p:grpSpPr>
          <a:xfrm>
            <a:off x="196200" y="406393"/>
            <a:ext cx="9360000" cy="6120000"/>
            <a:chOff x="5276538" y="569626"/>
            <a:chExt cx="6535711" cy="5960379"/>
          </a:xfrm>
        </p:grpSpPr>
        <p:sp>
          <p:nvSpPr>
            <p:cNvPr id="104" name="Abgerundetes Rechteck 103">
              <a:extLst>
                <a:ext uri="{FF2B5EF4-FFF2-40B4-BE49-F238E27FC236}">
                  <a16:creationId xmlns:a16="http://schemas.microsoft.com/office/drawing/2014/main" id="{ABE31D8D-DA06-F918-DBA7-360DF1806068}"/>
                </a:ext>
              </a:extLst>
            </p:cNvPr>
            <p:cNvSpPr/>
            <p:nvPr/>
          </p:nvSpPr>
          <p:spPr>
            <a:xfrm>
              <a:off x="5276538" y="569626"/>
              <a:ext cx="6535711" cy="596037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CAFC9AA8-6A61-6C56-8380-90827FB6EE67}"/>
                </a:ext>
              </a:extLst>
            </p:cNvPr>
            <p:cNvSpPr txBox="1"/>
            <p:nvPr/>
          </p:nvSpPr>
          <p:spPr>
            <a:xfrm>
              <a:off x="6722476" y="820424"/>
              <a:ext cx="36438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Idea: Imitation learning</a:t>
              </a:r>
            </a:p>
          </p:txBody>
        </p:sp>
        <p:sp>
          <p:nvSpPr>
            <p:cNvPr id="106" name="Textfeld 105">
              <a:extLst>
                <a:ext uri="{FF2B5EF4-FFF2-40B4-BE49-F238E27FC236}">
                  <a16:creationId xmlns:a16="http://schemas.microsoft.com/office/drawing/2014/main" id="{7003F379-CADF-42D8-7A26-4AC04A2D6711}"/>
                </a:ext>
              </a:extLst>
            </p:cNvPr>
            <p:cNvSpPr txBox="1"/>
            <p:nvPr/>
          </p:nvSpPr>
          <p:spPr>
            <a:xfrm>
              <a:off x="5779856" y="2117785"/>
              <a:ext cx="5529071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400" dirty="0" err="1">
                  <a:effectLst/>
                </a:rPr>
                <a:t>For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some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problems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labeled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data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for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some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behaviours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we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want</a:t>
              </a:r>
              <a:r>
                <a:rPr lang="de-DE" sz="2400" dirty="0">
                  <a:effectLst/>
                </a:rPr>
                <a:t> in </a:t>
              </a:r>
              <a:r>
                <a:rPr lang="de-DE" sz="2400" dirty="0" err="1">
                  <a:effectLst/>
                </a:rPr>
                <a:t>our</a:t>
              </a:r>
              <a:r>
                <a:rPr lang="de-DE" sz="2400" dirty="0"/>
                <a:t> </a:t>
              </a:r>
              <a:r>
                <a:rPr lang="de-DE" sz="2400" dirty="0" err="1">
                  <a:effectLst/>
                </a:rPr>
                <a:t>agent</a:t>
              </a:r>
              <a:r>
                <a:rPr lang="de-DE" sz="2400" dirty="0">
                  <a:effectLst/>
                </a:rPr>
                <a:t>:</a:t>
              </a:r>
            </a:p>
            <a:p>
              <a:r>
                <a:rPr lang="de-DE" sz="2400" dirty="0">
                  <a:effectLst/>
                </a:rPr>
                <a:t>  • Chess </a:t>
              </a:r>
              <a:r>
                <a:rPr lang="de-DE" sz="2400" dirty="0" err="1">
                  <a:effectLst/>
                </a:rPr>
                <a:t>Tactics</a:t>
              </a:r>
              <a:r>
                <a:rPr lang="de-DE" sz="2400" dirty="0">
                  <a:effectLst/>
                </a:rPr>
                <a:t>: </a:t>
              </a:r>
              <a:r>
                <a:rPr lang="de-DE" sz="2400" dirty="0" err="1">
                  <a:effectLst/>
                </a:rPr>
                <a:t>labeled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data</a:t>
              </a:r>
              <a:endParaRPr lang="de-DE" sz="2400" dirty="0">
                <a:effectLst/>
              </a:endParaRPr>
            </a:p>
            <a:p>
              <a:r>
                <a:rPr lang="de-DE" sz="2400" dirty="0">
                  <a:effectLst/>
                </a:rPr>
                <a:t>  • Chess </a:t>
              </a:r>
              <a:r>
                <a:rPr lang="de-DE" sz="2400" dirty="0" err="1">
                  <a:effectLst/>
                </a:rPr>
                <a:t>Strategy</a:t>
              </a:r>
              <a:r>
                <a:rPr lang="de-DE" sz="2400" dirty="0">
                  <a:effectLst/>
                </a:rPr>
                <a:t>: </a:t>
              </a:r>
              <a:r>
                <a:rPr lang="de-DE" sz="2400" dirty="0" err="1">
                  <a:effectLst/>
                </a:rPr>
                <a:t>no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labeled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data</a:t>
              </a:r>
              <a:endParaRPr lang="de-DE" sz="2400" dirty="0">
                <a:effectLst/>
              </a:endParaRPr>
            </a:p>
            <a:p>
              <a:endParaRPr lang="de-DE" sz="2400" dirty="0">
                <a:effectLst/>
              </a:endParaRPr>
            </a:p>
            <a:p>
              <a:r>
                <a:rPr lang="de-DE" sz="2400" dirty="0">
                  <a:effectLst/>
                </a:rPr>
                <a:t>Imitation Learning[4]:</a:t>
              </a:r>
            </a:p>
            <a:p>
              <a:r>
                <a:rPr lang="de-DE" sz="2400" dirty="0"/>
                <a:t>  </a:t>
              </a:r>
              <a:r>
                <a:rPr lang="de-DE" sz="2400" dirty="0">
                  <a:effectLst/>
                </a:rPr>
                <a:t>1. </a:t>
              </a:r>
              <a:r>
                <a:rPr lang="de-DE" sz="2400" dirty="0" err="1">
                  <a:effectLst/>
                </a:rPr>
                <a:t>Pretrain</a:t>
              </a:r>
              <a:r>
                <a:rPr lang="de-DE" sz="2400" dirty="0">
                  <a:effectLst/>
                </a:rPr>
                <a:t> on puzzle </a:t>
              </a:r>
              <a:r>
                <a:rPr lang="de-DE" sz="2400" dirty="0" err="1">
                  <a:effectLst/>
                </a:rPr>
                <a:t>data</a:t>
              </a:r>
              <a:endParaRPr lang="de-DE" sz="2400" dirty="0">
                <a:effectLst/>
              </a:endParaRPr>
            </a:p>
            <a:p>
              <a:r>
                <a:rPr lang="de-DE" sz="2400" dirty="0">
                  <a:effectLst/>
                </a:rPr>
                <a:t>  2. </a:t>
              </a:r>
              <a:r>
                <a:rPr lang="de-DE" sz="2400" dirty="0" err="1">
                  <a:effectLst/>
                </a:rPr>
                <a:t>Finetune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with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reinforcement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learning</a:t>
              </a:r>
              <a:endParaRPr lang="de-DE" sz="2400" dirty="0">
                <a:effectLst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5197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7" name="Gruppieren 766">
            <a:extLst>
              <a:ext uri="{FF2B5EF4-FFF2-40B4-BE49-F238E27FC236}">
                <a16:creationId xmlns:a16="http://schemas.microsoft.com/office/drawing/2014/main" id="{59FBCC0A-DA66-A43D-84C2-31EBC298DB74}"/>
              </a:ext>
            </a:extLst>
          </p:cNvPr>
          <p:cNvGrpSpPr/>
          <p:nvPr/>
        </p:nvGrpSpPr>
        <p:grpSpPr>
          <a:xfrm>
            <a:off x="-2830051" y="-7956567"/>
            <a:ext cx="20520000" cy="20520000"/>
            <a:chOff x="2856000" y="183168"/>
            <a:chExt cx="6480000" cy="6485832"/>
          </a:xfrm>
        </p:grpSpPr>
        <p:grpSp>
          <p:nvGrpSpPr>
            <p:cNvPr id="768" name="Gruppieren 767">
              <a:extLst>
                <a:ext uri="{FF2B5EF4-FFF2-40B4-BE49-F238E27FC236}">
                  <a16:creationId xmlns:a16="http://schemas.microsoft.com/office/drawing/2014/main" id="{8808C9EE-2325-1696-8052-3283438BDED5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834" name="Rechteck 833">
                <a:extLst>
                  <a:ext uri="{FF2B5EF4-FFF2-40B4-BE49-F238E27FC236}">
                    <a16:creationId xmlns:a16="http://schemas.microsoft.com/office/drawing/2014/main" id="{F5AB0819-40AF-C376-FE93-8D809AC2D110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5" name="Textfeld 834">
                <a:extLst>
                  <a:ext uri="{FF2B5EF4-FFF2-40B4-BE49-F238E27FC236}">
                    <a16:creationId xmlns:a16="http://schemas.microsoft.com/office/drawing/2014/main" id="{59A301B8-3003-E1F0-836F-9D27A404FF56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836" name="Textfeld 835">
                <a:extLst>
                  <a:ext uri="{FF2B5EF4-FFF2-40B4-BE49-F238E27FC236}">
                    <a16:creationId xmlns:a16="http://schemas.microsoft.com/office/drawing/2014/main" id="{928EFDB5-64D1-97C4-D3B8-A5E8FE6CA1B2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837" name="Textfeld 836">
                <a:extLst>
                  <a:ext uri="{FF2B5EF4-FFF2-40B4-BE49-F238E27FC236}">
                    <a16:creationId xmlns:a16="http://schemas.microsoft.com/office/drawing/2014/main" id="{48414487-88CB-4A36-C937-ACEE60BF485A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838" name="Textfeld 837">
                <a:extLst>
                  <a:ext uri="{FF2B5EF4-FFF2-40B4-BE49-F238E27FC236}">
                    <a16:creationId xmlns:a16="http://schemas.microsoft.com/office/drawing/2014/main" id="{FE5227B9-2187-9731-03FA-40B39F0FB445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839" name="Textfeld 838">
                <a:extLst>
                  <a:ext uri="{FF2B5EF4-FFF2-40B4-BE49-F238E27FC236}">
                    <a16:creationId xmlns:a16="http://schemas.microsoft.com/office/drawing/2014/main" id="{F6746179-1FDB-402D-C6FA-ACBF602E7BDE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840" name="Textfeld 839">
                <a:extLst>
                  <a:ext uri="{FF2B5EF4-FFF2-40B4-BE49-F238E27FC236}">
                    <a16:creationId xmlns:a16="http://schemas.microsoft.com/office/drawing/2014/main" id="{83026F96-D827-A895-A4BB-ED85F17107DA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841" name="Textfeld 840">
                <a:extLst>
                  <a:ext uri="{FF2B5EF4-FFF2-40B4-BE49-F238E27FC236}">
                    <a16:creationId xmlns:a16="http://schemas.microsoft.com/office/drawing/2014/main" id="{1C54C242-B051-8F94-C6B1-03884BC2238B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842" name="Textfeld 841">
                <a:extLst>
                  <a:ext uri="{FF2B5EF4-FFF2-40B4-BE49-F238E27FC236}">
                    <a16:creationId xmlns:a16="http://schemas.microsoft.com/office/drawing/2014/main" id="{811114BB-FB4D-E797-F16B-73ED135FBD33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843" name="Textfeld 842">
                <a:extLst>
                  <a:ext uri="{FF2B5EF4-FFF2-40B4-BE49-F238E27FC236}">
                    <a16:creationId xmlns:a16="http://schemas.microsoft.com/office/drawing/2014/main" id="{DFE4A8C6-62B4-E37C-3793-7E918369A644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844" name="Textfeld 843">
                <a:extLst>
                  <a:ext uri="{FF2B5EF4-FFF2-40B4-BE49-F238E27FC236}">
                    <a16:creationId xmlns:a16="http://schemas.microsoft.com/office/drawing/2014/main" id="{4BE11FDC-B44D-6672-65E4-1486F0A6C8F2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845" name="Textfeld 844">
                <a:extLst>
                  <a:ext uri="{FF2B5EF4-FFF2-40B4-BE49-F238E27FC236}">
                    <a16:creationId xmlns:a16="http://schemas.microsoft.com/office/drawing/2014/main" id="{874023CA-2C6A-9153-2A10-8F2BACEF1C53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846" name="Textfeld 845">
                <a:extLst>
                  <a:ext uri="{FF2B5EF4-FFF2-40B4-BE49-F238E27FC236}">
                    <a16:creationId xmlns:a16="http://schemas.microsoft.com/office/drawing/2014/main" id="{B146AB2D-BC0B-5744-5714-7C014F7B9400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847" name="Textfeld 846">
                <a:extLst>
                  <a:ext uri="{FF2B5EF4-FFF2-40B4-BE49-F238E27FC236}">
                    <a16:creationId xmlns:a16="http://schemas.microsoft.com/office/drawing/2014/main" id="{1F3687C1-778F-A7AA-FFE3-1F42617EE910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848" name="Textfeld 847">
                <a:extLst>
                  <a:ext uri="{FF2B5EF4-FFF2-40B4-BE49-F238E27FC236}">
                    <a16:creationId xmlns:a16="http://schemas.microsoft.com/office/drawing/2014/main" id="{18B2CA5F-33B1-7BEA-FF52-488C39B0A93F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849" name="Textfeld 848">
                <a:extLst>
                  <a:ext uri="{FF2B5EF4-FFF2-40B4-BE49-F238E27FC236}">
                    <a16:creationId xmlns:a16="http://schemas.microsoft.com/office/drawing/2014/main" id="{0217F23D-BFD1-F10D-D61E-D2D9406B6426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850" name="Textfeld 849">
                <a:extLst>
                  <a:ext uri="{FF2B5EF4-FFF2-40B4-BE49-F238E27FC236}">
                    <a16:creationId xmlns:a16="http://schemas.microsoft.com/office/drawing/2014/main" id="{C83AC274-A5C1-5A33-278B-87F8CFD95EEE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851" name="Textfeld 850">
                <a:extLst>
                  <a:ext uri="{FF2B5EF4-FFF2-40B4-BE49-F238E27FC236}">
                    <a16:creationId xmlns:a16="http://schemas.microsoft.com/office/drawing/2014/main" id="{3C82CD06-F398-48DE-D4CC-284CB527A71B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852" name="Textfeld 851">
                <a:extLst>
                  <a:ext uri="{FF2B5EF4-FFF2-40B4-BE49-F238E27FC236}">
                    <a16:creationId xmlns:a16="http://schemas.microsoft.com/office/drawing/2014/main" id="{25691EDC-72C6-DCED-D001-3E64889F16A9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853" name="Textfeld 852">
                <a:extLst>
                  <a:ext uri="{FF2B5EF4-FFF2-40B4-BE49-F238E27FC236}">
                    <a16:creationId xmlns:a16="http://schemas.microsoft.com/office/drawing/2014/main" id="{C35A1A03-15F3-F103-E71E-5B01A400F97B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854" name="Textfeld 853">
                <a:extLst>
                  <a:ext uri="{FF2B5EF4-FFF2-40B4-BE49-F238E27FC236}">
                    <a16:creationId xmlns:a16="http://schemas.microsoft.com/office/drawing/2014/main" id="{033B884E-7DB7-8786-BF84-1DAD05C9A90C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855" name="Textfeld 854">
                <a:extLst>
                  <a:ext uri="{FF2B5EF4-FFF2-40B4-BE49-F238E27FC236}">
                    <a16:creationId xmlns:a16="http://schemas.microsoft.com/office/drawing/2014/main" id="{4273878A-1ECE-2164-E92E-BB4B13B50F96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856" name="Textfeld 855">
                <a:extLst>
                  <a:ext uri="{FF2B5EF4-FFF2-40B4-BE49-F238E27FC236}">
                    <a16:creationId xmlns:a16="http://schemas.microsoft.com/office/drawing/2014/main" id="{BD337275-3476-A0E0-2EB8-560951656949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857" name="Textfeld 856">
                <a:extLst>
                  <a:ext uri="{FF2B5EF4-FFF2-40B4-BE49-F238E27FC236}">
                    <a16:creationId xmlns:a16="http://schemas.microsoft.com/office/drawing/2014/main" id="{ACFF46BA-0015-EC63-20A3-854ACC4201A5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858" name="Textfeld 857">
                <a:extLst>
                  <a:ext uri="{FF2B5EF4-FFF2-40B4-BE49-F238E27FC236}">
                    <a16:creationId xmlns:a16="http://schemas.microsoft.com/office/drawing/2014/main" id="{1C77D7EE-0B07-C43B-C03A-2F6C5288E7BA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859" name="Textfeld 858">
                <a:extLst>
                  <a:ext uri="{FF2B5EF4-FFF2-40B4-BE49-F238E27FC236}">
                    <a16:creationId xmlns:a16="http://schemas.microsoft.com/office/drawing/2014/main" id="{E73EBC5F-FE19-ACF3-C4E0-CED2A2E8CA9A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860" name="Textfeld 859">
                <a:extLst>
                  <a:ext uri="{FF2B5EF4-FFF2-40B4-BE49-F238E27FC236}">
                    <a16:creationId xmlns:a16="http://schemas.microsoft.com/office/drawing/2014/main" id="{4E4C5CC1-F1BC-0464-52DC-A3CE0C9641F1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861" name="Textfeld 860">
                <a:extLst>
                  <a:ext uri="{FF2B5EF4-FFF2-40B4-BE49-F238E27FC236}">
                    <a16:creationId xmlns:a16="http://schemas.microsoft.com/office/drawing/2014/main" id="{D2CD5853-FBE8-7A21-D98B-85842ECCBF62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862" name="Textfeld 861">
                <a:extLst>
                  <a:ext uri="{FF2B5EF4-FFF2-40B4-BE49-F238E27FC236}">
                    <a16:creationId xmlns:a16="http://schemas.microsoft.com/office/drawing/2014/main" id="{9E838E45-20E7-C526-255A-B67190527696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863" name="Textfeld 862">
                <a:extLst>
                  <a:ext uri="{FF2B5EF4-FFF2-40B4-BE49-F238E27FC236}">
                    <a16:creationId xmlns:a16="http://schemas.microsoft.com/office/drawing/2014/main" id="{7F57030D-D9CD-70A5-93FD-335858B8FF95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864" name="Textfeld 863">
                <a:extLst>
                  <a:ext uri="{FF2B5EF4-FFF2-40B4-BE49-F238E27FC236}">
                    <a16:creationId xmlns:a16="http://schemas.microsoft.com/office/drawing/2014/main" id="{CC13EB70-19B2-177F-41F2-DF50B02D3BE8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865" name="Textfeld 864">
                <a:extLst>
                  <a:ext uri="{FF2B5EF4-FFF2-40B4-BE49-F238E27FC236}">
                    <a16:creationId xmlns:a16="http://schemas.microsoft.com/office/drawing/2014/main" id="{C812EF3E-0036-C564-7E17-41266A4215C5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866" name="Textfeld 865">
                <a:extLst>
                  <a:ext uri="{FF2B5EF4-FFF2-40B4-BE49-F238E27FC236}">
                    <a16:creationId xmlns:a16="http://schemas.microsoft.com/office/drawing/2014/main" id="{094F66D8-6868-05A7-D417-648EE98BFFC0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769" name="Gruppieren 768">
              <a:extLst>
                <a:ext uri="{FF2B5EF4-FFF2-40B4-BE49-F238E27FC236}">
                  <a16:creationId xmlns:a16="http://schemas.microsoft.com/office/drawing/2014/main" id="{8A0A9F8D-FA3C-D0F8-9B47-8CCAA2079F02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770" name="Rechteck 769">
                <a:extLst>
                  <a:ext uri="{FF2B5EF4-FFF2-40B4-BE49-F238E27FC236}">
                    <a16:creationId xmlns:a16="http://schemas.microsoft.com/office/drawing/2014/main" id="{FE3F1E85-3845-F542-D5E7-A52FC152D858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1" name="Rechteck 770">
                <a:extLst>
                  <a:ext uri="{FF2B5EF4-FFF2-40B4-BE49-F238E27FC236}">
                    <a16:creationId xmlns:a16="http://schemas.microsoft.com/office/drawing/2014/main" id="{041FD8E5-5568-A6A9-99FE-2F5C43491AF2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2" name="Rechteck 771">
                <a:extLst>
                  <a:ext uri="{FF2B5EF4-FFF2-40B4-BE49-F238E27FC236}">
                    <a16:creationId xmlns:a16="http://schemas.microsoft.com/office/drawing/2014/main" id="{B80288A8-D821-48BF-E72B-7B3CE0353A6B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3" name="Rechteck 772">
                <a:extLst>
                  <a:ext uri="{FF2B5EF4-FFF2-40B4-BE49-F238E27FC236}">
                    <a16:creationId xmlns:a16="http://schemas.microsoft.com/office/drawing/2014/main" id="{36FCD4C6-ABF9-D273-07BE-0DAB65A77263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4" name="Rechteck 773">
                <a:extLst>
                  <a:ext uri="{FF2B5EF4-FFF2-40B4-BE49-F238E27FC236}">
                    <a16:creationId xmlns:a16="http://schemas.microsoft.com/office/drawing/2014/main" id="{6D76B57F-1D30-FD17-ECB9-0E23CF2941BE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5" name="Rechteck 774">
                <a:extLst>
                  <a:ext uri="{FF2B5EF4-FFF2-40B4-BE49-F238E27FC236}">
                    <a16:creationId xmlns:a16="http://schemas.microsoft.com/office/drawing/2014/main" id="{344DB97E-7CE0-1414-3B9B-8C6DC1D1D259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6" name="Rechteck 775">
                <a:extLst>
                  <a:ext uri="{FF2B5EF4-FFF2-40B4-BE49-F238E27FC236}">
                    <a16:creationId xmlns:a16="http://schemas.microsoft.com/office/drawing/2014/main" id="{E8963075-2A1F-FADC-0406-7FD2BAF8E3DE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7" name="Rechteck 776">
                <a:extLst>
                  <a:ext uri="{FF2B5EF4-FFF2-40B4-BE49-F238E27FC236}">
                    <a16:creationId xmlns:a16="http://schemas.microsoft.com/office/drawing/2014/main" id="{92428D5C-BA2F-1D64-EB59-3AE8A192F8C1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8" name="Rechteck 777">
                <a:extLst>
                  <a:ext uri="{FF2B5EF4-FFF2-40B4-BE49-F238E27FC236}">
                    <a16:creationId xmlns:a16="http://schemas.microsoft.com/office/drawing/2014/main" id="{422B3570-12A3-A046-B868-5BEC4565BF06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9" name="Rechteck 778">
                <a:extLst>
                  <a:ext uri="{FF2B5EF4-FFF2-40B4-BE49-F238E27FC236}">
                    <a16:creationId xmlns:a16="http://schemas.microsoft.com/office/drawing/2014/main" id="{415B1176-6AC9-3A46-DE73-30FA61B05688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0" name="Rechteck 779">
                <a:extLst>
                  <a:ext uri="{FF2B5EF4-FFF2-40B4-BE49-F238E27FC236}">
                    <a16:creationId xmlns:a16="http://schemas.microsoft.com/office/drawing/2014/main" id="{4A2EED6C-74EE-1240-E8B5-3B884E845DF5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1" name="Rechteck 780">
                <a:extLst>
                  <a:ext uri="{FF2B5EF4-FFF2-40B4-BE49-F238E27FC236}">
                    <a16:creationId xmlns:a16="http://schemas.microsoft.com/office/drawing/2014/main" id="{9AAAEE9E-7821-142C-481E-C44624B107D5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2" name="Rechteck 781">
                <a:extLst>
                  <a:ext uri="{FF2B5EF4-FFF2-40B4-BE49-F238E27FC236}">
                    <a16:creationId xmlns:a16="http://schemas.microsoft.com/office/drawing/2014/main" id="{05BFD762-B199-EA6F-6D49-550D7775B5AE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3" name="Rechteck 782">
                <a:extLst>
                  <a:ext uri="{FF2B5EF4-FFF2-40B4-BE49-F238E27FC236}">
                    <a16:creationId xmlns:a16="http://schemas.microsoft.com/office/drawing/2014/main" id="{EAE7F95D-CCD8-AAC7-33B9-4EC3812789EA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4" name="Rechteck 783">
                <a:extLst>
                  <a:ext uri="{FF2B5EF4-FFF2-40B4-BE49-F238E27FC236}">
                    <a16:creationId xmlns:a16="http://schemas.microsoft.com/office/drawing/2014/main" id="{879808C4-353F-D8B2-B036-AFE7A38F85E3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5" name="Rechteck 784">
                <a:extLst>
                  <a:ext uri="{FF2B5EF4-FFF2-40B4-BE49-F238E27FC236}">
                    <a16:creationId xmlns:a16="http://schemas.microsoft.com/office/drawing/2014/main" id="{3A6070A9-7E8C-4A99-AEED-E4B82503C99C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6" name="Rechteck 785">
                <a:extLst>
                  <a:ext uri="{FF2B5EF4-FFF2-40B4-BE49-F238E27FC236}">
                    <a16:creationId xmlns:a16="http://schemas.microsoft.com/office/drawing/2014/main" id="{72C718F1-D709-8CFD-D95D-153B3740B5F0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7" name="Rechteck 786">
                <a:extLst>
                  <a:ext uri="{FF2B5EF4-FFF2-40B4-BE49-F238E27FC236}">
                    <a16:creationId xmlns:a16="http://schemas.microsoft.com/office/drawing/2014/main" id="{09976B28-9AA0-E267-5E01-CC2D603A087D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8" name="Rechteck 787">
                <a:extLst>
                  <a:ext uri="{FF2B5EF4-FFF2-40B4-BE49-F238E27FC236}">
                    <a16:creationId xmlns:a16="http://schemas.microsoft.com/office/drawing/2014/main" id="{39495AFE-323B-5C14-D16B-28ADFF00ED73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9" name="Rechteck 788">
                <a:extLst>
                  <a:ext uri="{FF2B5EF4-FFF2-40B4-BE49-F238E27FC236}">
                    <a16:creationId xmlns:a16="http://schemas.microsoft.com/office/drawing/2014/main" id="{E6E93271-2B35-0D6F-56DB-DAA084803D93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0" name="Rechteck 789">
                <a:extLst>
                  <a:ext uri="{FF2B5EF4-FFF2-40B4-BE49-F238E27FC236}">
                    <a16:creationId xmlns:a16="http://schemas.microsoft.com/office/drawing/2014/main" id="{8C70069F-5747-55D0-0B51-E0EE80F6F00E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1" name="Rechteck 790">
                <a:extLst>
                  <a:ext uri="{FF2B5EF4-FFF2-40B4-BE49-F238E27FC236}">
                    <a16:creationId xmlns:a16="http://schemas.microsoft.com/office/drawing/2014/main" id="{5CDB495E-9A22-C99F-6104-8B12D58A1EFE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2" name="Rechteck 791">
                <a:extLst>
                  <a:ext uri="{FF2B5EF4-FFF2-40B4-BE49-F238E27FC236}">
                    <a16:creationId xmlns:a16="http://schemas.microsoft.com/office/drawing/2014/main" id="{9879C28C-1BC6-243B-899C-24F063DB17B5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3" name="Rechteck 792">
                <a:extLst>
                  <a:ext uri="{FF2B5EF4-FFF2-40B4-BE49-F238E27FC236}">
                    <a16:creationId xmlns:a16="http://schemas.microsoft.com/office/drawing/2014/main" id="{63B2EA0A-03F3-C811-2B40-F634D149B40B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4" name="Rechteck 793">
                <a:extLst>
                  <a:ext uri="{FF2B5EF4-FFF2-40B4-BE49-F238E27FC236}">
                    <a16:creationId xmlns:a16="http://schemas.microsoft.com/office/drawing/2014/main" id="{E7E11787-8736-B45C-54C2-C708C34A6D7F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5" name="Rechteck 794">
                <a:extLst>
                  <a:ext uri="{FF2B5EF4-FFF2-40B4-BE49-F238E27FC236}">
                    <a16:creationId xmlns:a16="http://schemas.microsoft.com/office/drawing/2014/main" id="{5BE8C11F-1013-B0E0-E07A-9B2F0563138F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6" name="Rechteck 795">
                <a:extLst>
                  <a:ext uri="{FF2B5EF4-FFF2-40B4-BE49-F238E27FC236}">
                    <a16:creationId xmlns:a16="http://schemas.microsoft.com/office/drawing/2014/main" id="{EBDADE86-93C0-5479-0487-F92D39D18C37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7" name="Rechteck 796">
                <a:extLst>
                  <a:ext uri="{FF2B5EF4-FFF2-40B4-BE49-F238E27FC236}">
                    <a16:creationId xmlns:a16="http://schemas.microsoft.com/office/drawing/2014/main" id="{B7FCCE5B-FE3A-7926-A5C6-913FB72742DD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8" name="Rechteck 797">
                <a:extLst>
                  <a:ext uri="{FF2B5EF4-FFF2-40B4-BE49-F238E27FC236}">
                    <a16:creationId xmlns:a16="http://schemas.microsoft.com/office/drawing/2014/main" id="{2AF2C1FD-9F4C-281E-D27B-EDBF3F4D7FC9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9" name="Rechteck 798">
                <a:extLst>
                  <a:ext uri="{FF2B5EF4-FFF2-40B4-BE49-F238E27FC236}">
                    <a16:creationId xmlns:a16="http://schemas.microsoft.com/office/drawing/2014/main" id="{9FF82749-96CB-DA88-E40E-456A654ABC33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0" name="Rechteck 799">
                <a:extLst>
                  <a:ext uri="{FF2B5EF4-FFF2-40B4-BE49-F238E27FC236}">
                    <a16:creationId xmlns:a16="http://schemas.microsoft.com/office/drawing/2014/main" id="{02D543F2-CBA8-AD4D-5251-E1DABA5BF954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1" name="Rechteck 800">
                <a:extLst>
                  <a:ext uri="{FF2B5EF4-FFF2-40B4-BE49-F238E27FC236}">
                    <a16:creationId xmlns:a16="http://schemas.microsoft.com/office/drawing/2014/main" id="{2D99738E-818E-0760-A24B-E79459B62304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2" name="Rechteck 801">
                <a:extLst>
                  <a:ext uri="{FF2B5EF4-FFF2-40B4-BE49-F238E27FC236}">
                    <a16:creationId xmlns:a16="http://schemas.microsoft.com/office/drawing/2014/main" id="{135CD793-5DEE-FBAE-CD02-D7A7688EABA3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3" name="Rechteck 802">
                <a:extLst>
                  <a:ext uri="{FF2B5EF4-FFF2-40B4-BE49-F238E27FC236}">
                    <a16:creationId xmlns:a16="http://schemas.microsoft.com/office/drawing/2014/main" id="{036D9C5B-FAFD-B8AF-D6C8-04B224CC80A2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4" name="Rechteck 803">
                <a:extLst>
                  <a:ext uri="{FF2B5EF4-FFF2-40B4-BE49-F238E27FC236}">
                    <a16:creationId xmlns:a16="http://schemas.microsoft.com/office/drawing/2014/main" id="{1D8AD898-978F-F7E7-B877-BEE6058E8D9B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5" name="Rechteck 804">
                <a:extLst>
                  <a:ext uri="{FF2B5EF4-FFF2-40B4-BE49-F238E27FC236}">
                    <a16:creationId xmlns:a16="http://schemas.microsoft.com/office/drawing/2014/main" id="{B2DBF1F9-5504-D20E-15A2-A42F269AF272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6" name="Rechteck 805">
                <a:extLst>
                  <a:ext uri="{FF2B5EF4-FFF2-40B4-BE49-F238E27FC236}">
                    <a16:creationId xmlns:a16="http://schemas.microsoft.com/office/drawing/2014/main" id="{CC7D5AC4-70F8-6AAB-BD40-EBB10064EA05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7" name="Rechteck 806">
                <a:extLst>
                  <a:ext uri="{FF2B5EF4-FFF2-40B4-BE49-F238E27FC236}">
                    <a16:creationId xmlns:a16="http://schemas.microsoft.com/office/drawing/2014/main" id="{39309FAC-F435-C655-E268-9AB917CD2FD5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8" name="Rechteck 807">
                <a:extLst>
                  <a:ext uri="{FF2B5EF4-FFF2-40B4-BE49-F238E27FC236}">
                    <a16:creationId xmlns:a16="http://schemas.microsoft.com/office/drawing/2014/main" id="{A2B57808-8025-6F87-7ABB-390C97585901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9" name="Rechteck 808">
                <a:extLst>
                  <a:ext uri="{FF2B5EF4-FFF2-40B4-BE49-F238E27FC236}">
                    <a16:creationId xmlns:a16="http://schemas.microsoft.com/office/drawing/2014/main" id="{F40FDC77-3F31-9093-4C5E-9FC0DBABEA4E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0" name="Rechteck 809">
                <a:extLst>
                  <a:ext uri="{FF2B5EF4-FFF2-40B4-BE49-F238E27FC236}">
                    <a16:creationId xmlns:a16="http://schemas.microsoft.com/office/drawing/2014/main" id="{FBE8C562-C48E-B618-B6EB-F26DD6A549CA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1" name="Rechteck 810">
                <a:extLst>
                  <a:ext uri="{FF2B5EF4-FFF2-40B4-BE49-F238E27FC236}">
                    <a16:creationId xmlns:a16="http://schemas.microsoft.com/office/drawing/2014/main" id="{9131B677-74FB-0C70-EC40-E95FC45C38FE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2" name="Rechteck 811">
                <a:extLst>
                  <a:ext uri="{FF2B5EF4-FFF2-40B4-BE49-F238E27FC236}">
                    <a16:creationId xmlns:a16="http://schemas.microsoft.com/office/drawing/2014/main" id="{75D12C39-E800-19D6-DA02-CD52BE9D0A43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3" name="Rechteck 812">
                <a:extLst>
                  <a:ext uri="{FF2B5EF4-FFF2-40B4-BE49-F238E27FC236}">
                    <a16:creationId xmlns:a16="http://schemas.microsoft.com/office/drawing/2014/main" id="{3D5DF7F6-A625-D938-0E25-1DF059A9A41D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4" name="Rechteck 813">
                <a:extLst>
                  <a:ext uri="{FF2B5EF4-FFF2-40B4-BE49-F238E27FC236}">
                    <a16:creationId xmlns:a16="http://schemas.microsoft.com/office/drawing/2014/main" id="{DF873085-9B7C-1E8C-FF28-E18201077F01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5" name="Rechteck 814">
                <a:extLst>
                  <a:ext uri="{FF2B5EF4-FFF2-40B4-BE49-F238E27FC236}">
                    <a16:creationId xmlns:a16="http://schemas.microsoft.com/office/drawing/2014/main" id="{E8924148-8FA0-9BC2-21B3-7C9FEF010749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6" name="Rechteck 815">
                <a:extLst>
                  <a:ext uri="{FF2B5EF4-FFF2-40B4-BE49-F238E27FC236}">
                    <a16:creationId xmlns:a16="http://schemas.microsoft.com/office/drawing/2014/main" id="{DF7AB9B5-52FD-585F-2490-0A0C50488DF1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7" name="Rechteck 816">
                <a:extLst>
                  <a:ext uri="{FF2B5EF4-FFF2-40B4-BE49-F238E27FC236}">
                    <a16:creationId xmlns:a16="http://schemas.microsoft.com/office/drawing/2014/main" id="{E6917719-9166-D2E3-4880-AD4DB7E812A4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8" name="Rechteck 817">
                <a:extLst>
                  <a:ext uri="{FF2B5EF4-FFF2-40B4-BE49-F238E27FC236}">
                    <a16:creationId xmlns:a16="http://schemas.microsoft.com/office/drawing/2014/main" id="{40B6ACDD-88DB-28AA-FB83-DF973E95403A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9" name="Rechteck 818">
                <a:extLst>
                  <a:ext uri="{FF2B5EF4-FFF2-40B4-BE49-F238E27FC236}">
                    <a16:creationId xmlns:a16="http://schemas.microsoft.com/office/drawing/2014/main" id="{95E4ADA9-5B43-006E-EE78-4646D2F062E0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0" name="Rechteck 819">
                <a:extLst>
                  <a:ext uri="{FF2B5EF4-FFF2-40B4-BE49-F238E27FC236}">
                    <a16:creationId xmlns:a16="http://schemas.microsoft.com/office/drawing/2014/main" id="{3398448E-AA03-365A-B1A1-25D756D78205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1" name="Rechteck 820">
                <a:extLst>
                  <a:ext uri="{FF2B5EF4-FFF2-40B4-BE49-F238E27FC236}">
                    <a16:creationId xmlns:a16="http://schemas.microsoft.com/office/drawing/2014/main" id="{79133324-F41D-DB01-526E-0695AA4E92C6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2" name="Rechteck 821">
                <a:extLst>
                  <a:ext uri="{FF2B5EF4-FFF2-40B4-BE49-F238E27FC236}">
                    <a16:creationId xmlns:a16="http://schemas.microsoft.com/office/drawing/2014/main" id="{3B293AD8-BFBD-E42D-49ED-AF70B6F9DE5D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3" name="Rechteck 822">
                <a:extLst>
                  <a:ext uri="{FF2B5EF4-FFF2-40B4-BE49-F238E27FC236}">
                    <a16:creationId xmlns:a16="http://schemas.microsoft.com/office/drawing/2014/main" id="{225D6A28-664D-6BAB-99A0-29AC4D569F92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4" name="Rechteck 823">
                <a:extLst>
                  <a:ext uri="{FF2B5EF4-FFF2-40B4-BE49-F238E27FC236}">
                    <a16:creationId xmlns:a16="http://schemas.microsoft.com/office/drawing/2014/main" id="{8ADDE702-BF0E-89DB-1E5B-8298F7A3A051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5" name="Rechteck 824">
                <a:extLst>
                  <a:ext uri="{FF2B5EF4-FFF2-40B4-BE49-F238E27FC236}">
                    <a16:creationId xmlns:a16="http://schemas.microsoft.com/office/drawing/2014/main" id="{1204463A-4F7B-B0C1-A7A9-EC07BC71AD33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6" name="Rechteck 825">
                <a:extLst>
                  <a:ext uri="{FF2B5EF4-FFF2-40B4-BE49-F238E27FC236}">
                    <a16:creationId xmlns:a16="http://schemas.microsoft.com/office/drawing/2014/main" id="{2F08BEB7-CADF-3CF5-2782-F3EB08E360B8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7" name="Rechteck 826">
                <a:extLst>
                  <a:ext uri="{FF2B5EF4-FFF2-40B4-BE49-F238E27FC236}">
                    <a16:creationId xmlns:a16="http://schemas.microsoft.com/office/drawing/2014/main" id="{CBBB3536-03AB-6685-DAAB-FFC39B9E6745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8" name="Rechteck 827">
                <a:extLst>
                  <a:ext uri="{FF2B5EF4-FFF2-40B4-BE49-F238E27FC236}">
                    <a16:creationId xmlns:a16="http://schemas.microsoft.com/office/drawing/2014/main" id="{0FAE2842-ECD0-4763-FD68-9FDF31525AD6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9" name="Rechteck 828">
                <a:extLst>
                  <a:ext uri="{FF2B5EF4-FFF2-40B4-BE49-F238E27FC236}">
                    <a16:creationId xmlns:a16="http://schemas.microsoft.com/office/drawing/2014/main" id="{5BDFCFAB-1D79-E426-0204-D9EB061F052E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0" name="Rechteck 829">
                <a:extLst>
                  <a:ext uri="{FF2B5EF4-FFF2-40B4-BE49-F238E27FC236}">
                    <a16:creationId xmlns:a16="http://schemas.microsoft.com/office/drawing/2014/main" id="{0B84A910-CD47-9881-DCE4-1FC20B95001A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1" name="Rechteck 830">
                <a:extLst>
                  <a:ext uri="{FF2B5EF4-FFF2-40B4-BE49-F238E27FC236}">
                    <a16:creationId xmlns:a16="http://schemas.microsoft.com/office/drawing/2014/main" id="{0C0E7991-4C3A-F591-C12A-DC8FC79F72AE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2" name="Rechteck 831">
                <a:extLst>
                  <a:ext uri="{FF2B5EF4-FFF2-40B4-BE49-F238E27FC236}">
                    <a16:creationId xmlns:a16="http://schemas.microsoft.com/office/drawing/2014/main" id="{CF1DDFC8-4C2F-F7A7-5713-7C24907B0DE4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3" name="Rechteck 832">
                <a:extLst>
                  <a:ext uri="{FF2B5EF4-FFF2-40B4-BE49-F238E27FC236}">
                    <a16:creationId xmlns:a16="http://schemas.microsoft.com/office/drawing/2014/main" id="{344B39B6-465A-E897-248D-E6BDA13A1706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67" name="Textfeld 866">
            <a:extLst>
              <a:ext uri="{FF2B5EF4-FFF2-40B4-BE49-F238E27FC236}">
                <a16:creationId xmlns:a16="http://schemas.microsoft.com/office/drawing/2014/main" id="{6ADDBE31-EF6D-ECF0-4040-3E21B0CE9E61}"/>
              </a:ext>
            </a:extLst>
          </p:cNvPr>
          <p:cNvSpPr txBox="1"/>
          <p:nvPr/>
        </p:nvSpPr>
        <p:spPr>
          <a:xfrm>
            <a:off x="584510" y="-2243243"/>
            <a:ext cx="2280000" cy="227794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sp>
        <p:nvSpPr>
          <p:cNvPr id="868" name="Textfeld 867">
            <a:extLst>
              <a:ext uri="{FF2B5EF4-FFF2-40B4-BE49-F238E27FC236}">
                <a16:creationId xmlns:a16="http://schemas.microsoft.com/office/drawing/2014/main" id="{98E0624C-5684-9347-C087-2F7496F7D9F5}"/>
              </a:ext>
            </a:extLst>
          </p:cNvPr>
          <p:cNvSpPr txBox="1"/>
          <p:nvPr/>
        </p:nvSpPr>
        <p:spPr>
          <a:xfrm>
            <a:off x="14269949" y="2303433"/>
            <a:ext cx="2280000" cy="227241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sp>
        <p:nvSpPr>
          <p:cNvPr id="869" name="Textfeld 868">
            <a:extLst>
              <a:ext uri="{FF2B5EF4-FFF2-40B4-BE49-F238E27FC236}">
                <a16:creationId xmlns:a16="http://schemas.microsoft.com/office/drawing/2014/main" id="{D8A87511-CD71-AC75-E38D-B7E11239354D}"/>
              </a:ext>
            </a:extLst>
          </p:cNvPr>
          <p:cNvSpPr txBox="1"/>
          <p:nvPr/>
        </p:nvSpPr>
        <p:spPr>
          <a:xfrm>
            <a:off x="2864510" y="4590606"/>
            <a:ext cx="2280000" cy="22631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♞</a:t>
            </a:r>
          </a:p>
        </p:txBody>
      </p:sp>
      <p:sp>
        <p:nvSpPr>
          <p:cNvPr id="870" name="Textfeld 869">
            <a:extLst>
              <a:ext uri="{FF2B5EF4-FFF2-40B4-BE49-F238E27FC236}">
                <a16:creationId xmlns:a16="http://schemas.microsoft.com/office/drawing/2014/main" id="{4BCE2A7F-EB88-92E3-12B5-654ED6BD5599}"/>
              </a:ext>
            </a:extLst>
          </p:cNvPr>
          <p:cNvSpPr txBox="1"/>
          <p:nvPr/>
        </p:nvSpPr>
        <p:spPr>
          <a:xfrm>
            <a:off x="9704510" y="2303434"/>
            <a:ext cx="2280000" cy="227241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185CA04-A9E0-243A-B461-78C4F056ADE8}"/>
              </a:ext>
            </a:extLst>
          </p:cNvPr>
          <p:cNvGrpSpPr/>
          <p:nvPr/>
        </p:nvGrpSpPr>
        <p:grpSpPr>
          <a:xfrm>
            <a:off x="196200" y="406393"/>
            <a:ext cx="9360000" cy="6120000"/>
            <a:chOff x="5276538" y="569626"/>
            <a:chExt cx="6535711" cy="5960379"/>
          </a:xfrm>
        </p:grpSpPr>
        <p:sp>
          <p:nvSpPr>
            <p:cNvPr id="3" name="Abgerundetes Rechteck 2">
              <a:extLst>
                <a:ext uri="{FF2B5EF4-FFF2-40B4-BE49-F238E27FC236}">
                  <a16:creationId xmlns:a16="http://schemas.microsoft.com/office/drawing/2014/main" id="{ED2F3485-B4DD-1094-C7E6-3478B3EE980E}"/>
                </a:ext>
              </a:extLst>
            </p:cNvPr>
            <p:cNvSpPr/>
            <p:nvPr/>
          </p:nvSpPr>
          <p:spPr>
            <a:xfrm>
              <a:off x="5276538" y="569626"/>
              <a:ext cx="6535711" cy="596037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4B24EF22-2955-FC1A-F0D1-E5E0878861BF}"/>
                </a:ext>
              </a:extLst>
            </p:cNvPr>
            <p:cNvSpPr txBox="1"/>
            <p:nvPr/>
          </p:nvSpPr>
          <p:spPr>
            <a:xfrm>
              <a:off x="6722476" y="820424"/>
              <a:ext cx="36438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Idea: Imitation learning</a:t>
              </a:r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A1AEFC0E-72BA-8D48-67FA-110F25F337A2}"/>
                </a:ext>
              </a:extLst>
            </p:cNvPr>
            <p:cNvSpPr txBox="1"/>
            <p:nvPr/>
          </p:nvSpPr>
          <p:spPr>
            <a:xfrm>
              <a:off x="5779856" y="2117785"/>
              <a:ext cx="5529071" cy="30469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400" dirty="0" err="1">
                  <a:effectLst/>
                </a:rPr>
                <a:t>For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some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problems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labeled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data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for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some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behaviours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we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want</a:t>
              </a:r>
              <a:r>
                <a:rPr lang="de-DE" sz="2400" dirty="0">
                  <a:effectLst/>
                </a:rPr>
                <a:t> in </a:t>
              </a:r>
              <a:r>
                <a:rPr lang="de-DE" sz="2400" dirty="0" err="1">
                  <a:effectLst/>
                </a:rPr>
                <a:t>our</a:t>
              </a:r>
              <a:r>
                <a:rPr lang="de-DE" sz="2400" dirty="0"/>
                <a:t> </a:t>
              </a:r>
              <a:r>
                <a:rPr lang="de-DE" sz="2400" dirty="0" err="1">
                  <a:effectLst/>
                </a:rPr>
                <a:t>agent</a:t>
              </a:r>
              <a:r>
                <a:rPr lang="de-DE" sz="2400" dirty="0">
                  <a:effectLst/>
                </a:rPr>
                <a:t>:</a:t>
              </a:r>
            </a:p>
            <a:p>
              <a:r>
                <a:rPr lang="de-DE" sz="2400" dirty="0">
                  <a:effectLst/>
                </a:rPr>
                <a:t>  • Chess </a:t>
              </a:r>
              <a:r>
                <a:rPr lang="de-DE" sz="2400" dirty="0" err="1">
                  <a:effectLst/>
                </a:rPr>
                <a:t>Tactics</a:t>
              </a:r>
              <a:r>
                <a:rPr lang="de-DE" sz="2400" dirty="0">
                  <a:effectLst/>
                </a:rPr>
                <a:t>: </a:t>
              </a:r>
              <a:r>
                <a:rPr lang="de-DE" sz="2400" dirty="0" err="1">
                  <a:effectLst/>
                </a:rPr>
                <a:t>labeled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data</a:t>
              </a:r>
              <a:endParaRPr lang="de-DE" sz="2400" dirty="0">
                <a:effectLst/>
              </a:endParaRPr>
            </a:p>
            <a:p>
              <a:r>
                <a:rPr lang="de-DE" sz="2400" dirty="0">
                  <a:effectLst/>
                </a:rPr>
                <a:t>  • Chess </a:t>
              </a:r>
              <a:r>
                <a:rPr lang="de-DE" sz="2400" dirty="0" err="1">
                  <a:effectLst/>
                </a:rPr>
                <a:t>Strategy</a:t>
              </a:r>
              <a:r>
                <a:rPr lang="de-DE" sz="2400" dirty="0">
                  <a:effectLst/>
                </a:rPr>
                <a:t>: </a:t>
              </a:r>
              <a:r>
                <a:rPr lang="de-DE" sz="2400" dirty="0" err="1">
                  <a:effectLst/>
                </a:rPr>
                <a:t>no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labeled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data</a:t>
              </a:r>
              <a:endParaRPr lang="de-DE" sz="2400" dirty="0">
                <a:effectLst/>
              </a:endParaRPr>
            </a:p>
            <a:p>
              <a:endParaRPr lang="de-DE" sz="2400" dirty="0">
                <a:effectLst/>
              </a:endParaRPr>
            </a:p>
            <a:p>
              <a:r>
                <a:rPr lang="de-DE" sz="2400" dirty="0">
                  <a:effectLst/>
                </a:rPr>
                <a:t>Imitation Learning[4]:</a:t>
              </a:r>
            </a:p>
            <a:p>
              <a:r>
                <a:rPr lang="de-DE" sz="2400" dirty="0"/>
                <a:t>  </a:t>
              </a:r>
              <a:r>
                <a:rPr lang="de-DE" sz="2400" dirty="0">
                  <a:effectLst/>
                </a:rPr>
                <a:t>1. </a:t>
              </a:r>
              <a:r>
                <a:rPr lang="de-DE" sz="2400" dirty="0" err="1">
                  <a:effectLst/>
                </a:rPr>
                <a:t>Pretrain</a:t>
              </a:r>
              <a:r>
                <a:rPr lang="de-DE" sz="2400" dirty="0">
                  <a:effectLst/>
                </a:rPr>
                <a:t> on puzzle </a:t>
              </a:r>
              <a:r>
                <a:rPr lang="de-DE" sz="2400" dirty="0" err="1">
                  <a:effectLst/>
                </a:rPr>
                <a:t>data</a:t>
              </a:r>
              <a:endParaRPr lang="de-DE" sz="2400" dirty="0">
                <a:effectLst/>
              </a:endParaRPr>
            </a:p>
            <a:p>
              <a:r>
                <a:rPr lang="de-DE" sz="2400" dirty="0">
                  <a:effectLst/>
                </a:rPr>
                <a:t>  2. </a:t>
              </a:r>
              <a:r>
                <a:rPr lang="de-DE" sz="2400" dirty="0" err="1">
                  <a:effectLst/>
                </a:rPr>
                <a:t>Finetune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with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reinforcement</a:t>
              </a:r>
              <a:r>
                <a:rPr lang="de-DE" sz="2400" dirty="0">
                  <a:effectLst/>
                </a:rPr>
                <a:t> </a:t>
              </a:r>
              <a:r>
                <a:rPr lang="de-DE" sz="2400" dirty="0" err="1">
                  <a:effectLst/>
                </a:rPr>
                <a:t>learning</a:t>
              </a:r>
              <a:endParaRPr lang="de-DE" sz="2400" dirty="0">
                <a:effectLst/>
              </a:endParaRPr>
            </a:p>
          </p:txBody>
        </p:sp>
      </p:grpSp>
      <p:grpSp>
        <p:nvGrpSpPr>
          <p:cNvPr id="878" name="Gruppieren 877">
            <a:extLst>
              <a:ext uri="{FF2B5EF4-FFF2-40B4-BE49-F238E27FC236}">
                <a16:creationId xmlns:a16="http://schemas.microsoft.com/office/drawing/2014/main" id="{29BD4590-79AE-F488-EE8A-79613324C23B}"/>
              </a:ext>
            </a:extLst>
          </p:cNvPr>
          <p:cNvGrpSpPr/>
          <p:nvPr/>
        </p:nvGrpSpPr>
        <p:grpSpPr>
          <a:xfrm>
            <a:off x="201639" y="416786"/>
            <a:ext cx="9338346" cy="6120009"/>
            <a:chOff x="201639" y="416786"/>
            <a:chExt cx="9338346" cy="6120009"/>
          </a:xfrm>
        </p:grpSpPr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FA31AC0E-ED34-3288-407B-DF1D56A183F3}"/>
                </a:ext>
              </a:extLst>
            </p:cNvPr>
            <p:cNvGrpSpPr/>
            <p:nvPr/>
          </p:nvGrpSpPr>
          <p:grpSpPr>
            <a:xfrm>
              <a:off x="201639" y="416786"/>
              <a:ext cx="9338346" cy="6120009"/>
              <a:chOff x="5276538" y="569626"/>
              <a:chExt cx="6535711" cy="5960379"/>
            </a:xfrm>
          </p:grpSpPr>
          <p:sp>
            <p:nvSpPr>
              <p:cNvPr id="112" name="Abgerundetes Rechteck 111">
                <a:extLst>
                  <a:ext uri="{FF2B5EF4-FFF2-40B4-BE49-F238E27FC236}">
                    <a16:creationId xmlns:a16="http://schemas.microsoft.com/office/drawing/2014/main" id="{D9475766-FB44-872B-53F2-51678ABA873A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extfeld 112">
                <a:extLst>
                  <a:ext uri="{FF2B5EF4-FFF2-40B4-BE49-F238E27FC236}">
                    <a16:creationId xmlns:a16="http://schemas.microsoft.com/office/drawing/2014/main" id="{3622FE87-F214-3849-112C-4CE7948C6C3F}"/>
                  </a:ext>
                </a:extLst>
              </p:cNvPr>
              <p:cNvSpPr txBox="1"/>
              <p:nvPr/>
            </p:nvSpPr>
            <p:spPr>
              <a:xfrm>
                <a:off x="6722476" y="820424"/>
                <a:ext cx="36438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Goal</a:t>
                </a:r>
              </a:p>
            </p:txBody>
          </p:sp>
          <p:sp>
            <p:nvSpPr>
              <p:cNvPr id="114" name="Textfeld 113">
                <a:extLst>
                  <a:ext uri="{FF2B5EF4-FFF2-40B4-BE49-F238E27FC236}">
                    <a16:creationId xmlns:a16="http://schemas.microsoft.com/office/drawing/2014/main" id="{6A75A63F-0015-BA6B-61E0-9810EDA3170D}"/>
                  </a:ext>
                </a:extLst>
              </p:cNvPr>
              <p:cNvSpPr txBox="1"/>
              <p:nvPr/>
            </p:nvSpPr>
            <p:spPr>
              <a:xfrm>
                <a:off x="5779856" y="1838030"/>
                <a:ext cx="552907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400" b="1" dirty="0">
                    <a:effectLst/>
                  </a:rPr>
                  <a:t>Question: </a:t>
                </a:r>
                <a:r>
                  <a:rPr lang="de-DE" sz="2400" dirty="0">
                    <a:effectLst/>
                  </a:rPr>
                  <a:t>Can </a:t>
                </a:r>
                <a:r>
                  <a:rPr lang="de-DE" sz="2400" dirty="0" err="1">
                    <a:effectLst/>
                  </a:rPr>
                  <a:t>we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be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lazy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with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reward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shaping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when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using</a:t>
                </a:r>
                <a:r>
                  <a:rPr lang="de-DE" sz="2400" dirty="0"/>
                  <a:t> </a:t>
                </a:r>
                <a:r>
                  <a:rPr lang="de-DE" sz="2400" dirty="0" err="1">
                    <a:effectLst/>
                  </a:rPr>
                  <a:t>imitation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learning</a:t>
                </a:r>
                <a:r>
                  <a:rPr lang="de-DE" sz="2400" dirty="0">
                    <a:effectLst/>
                  </a:rPr>
                  <a:t>?</a:t>
                </a:r>
              </a:p>
              <a:p>
                <a:endParaRPr lang="de-DE" sz="2400" dirty="0">
                  <a:effectLst/>
                </a:endParaRPr>
              </a:p>
              <a:p>
                <a:r>
                  <a:rPr lang="de-DE" sz="2400" b="1" dirty="0">
                    <a:effectLst/>
                  </a:rPr>
                  <a:t>Method: </a:t>
                </a:r>
                <a:r>
                  <a:rPr lang="de-DE" sz="2400" dirty="0" err="1">
                    <a:effectLst/>
                  </a:rPr>
                  <a:t>Observe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convergence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speed</a:t>
                </a:r>
                <a:r>
                  <a:rPr lang="de-DE" sz="2400" dirty="0">
                    <a:effectLst/>
                  </a:rPr>
                  <a:t>/</a:t>
                </a:r>
                <a:r>
                  <a:rPr lang="de-DE" sz="2400" dirty="0" err="1">
                    <a:effectLst/>
                  </a:rPr>
                  <a:t>performance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for</a:t>
                </a:r>
                <a:r>
                  <a:rPr lang="de-DE" sz="2400" dirty="0">
                    <a:effectLst/>
                  </a:rPr>
                  <a:t> different</a:t>
                </a:r>
              </a:p>
              <a:p>
                <a:r>
                  <a:rPr lang="de-DE" sz="2400" dirty="0" err="1">
                    <a:effectLst/>
                  </a:rPr>
                  <a:t>configs</a:t>
                </a:r>
                <a:r>
                  <a:rPr lang="de-DE" sz="2400" dirty="0">
                    <a:effectLst/>
                  </a:rPr>
                  <a:t>:</a:t>
                </a:r>
              </a:p>
            </p:txBody>
          </p:sp>
        </p:grpSp>
        <p:pic>
          <p:nvPicPr>
            <p:cNvPr id="877" name="Grafik 876">
              <a:extLst>
                <a:ext uri="{FF2B5EF4-FFF2-40B4-BE49-F238E27FC236}">
                  <a16:creationId xmlns:a16="http://schemas.microsoft.com/office/drawing/2014/main" id="{057B35BE-8C8E-D9E7-C99B-C6E81CFAE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78259" y="4344094"/>
              <a:ext cx="7772400" cy="12571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77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uppieren 112">
            <a:extLst>
              <a:ext uri="{FF2B5EF4-FFF2-40B4-BE49-F238E27FC236}">
                <a16:creationId xmlns:a16="http://schemas.microsoft.com/office/drawing/2014/main" id="{659CA01E-634F-2650-CC6D-B92FCAC530A8}"/>
              </a:ext>
            </a:extLst>
          </p:cNvPr>
          <p:cNvGrpSpPr/>
          <p:nvPr/>
        </p:nvGrpSpPr>
        <p:grpSpPr>
          <a:xfrm>
            <a:off x="-5128037" y="-7943357"/>
            <a:ext cx="20520000" cy="20520000"/>
            <a:chOff x="2856000" y="183168"/>
            <a:chExt cx="6480000" cy="6485832"/>
          </a:xfrm>
        </p:grpSpPr>
        <p:grpSp>
          <p:nvGrpSpPr>
            <p:cNvPr id="114" name="Gruppieren 113">
              <a:extLst>
                <a:ext uri="{FF2B5EF4-FFF2-40B4-BE49-F238E27FC236}">
                  <a16:creationId xmlns:a16="http://schemas.microsoft.com/office/drawing/2014/main" id="{E7B32C2A-9D92-B2C2-5E3B-F32F035EB72A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180" name="Rechteck 179">
                <a:extLst>
                  <a:ext uri="{FF2B5EF4-FFF2-40B4-BE49-F238E27FC236}">
                    <a16:creationId xmlns:a16="http://schemas.microsoft.com/office/drawing/2014/main" id="{9791FE04-7B84-3817-4D54-AB0A34056E4B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1" name="Textfeld 180">
                <a:extLst>
                  <a:ext uri="{FF2B5EF4-FFF2-40B4-BE49-F238E27FC236}">
                    <a16:creationId xmlns:a16="http://schemas.microsoft.com/office/drawing/2014/main" id="{4CE2202B-235E-A696-1BCB-BE07C88C8D6D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82" name="Textfeld 181">
                <a:extLst>
                  <a:ext uri="{FF2B5EF4-FFF2-40B4-BE49-F238E27FC236}">
                    <a16:creationId xmlns:a16="http://schemas.microsoft.com/office/drawing/2014/main" id="{FC10DF34-607A-8B67-B286-C891E683ACEF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83" name="Textfeld 182">
                <a:extLst>
                  <a:ext uri="{FF2B5EF4-FFF2-40B4-BE49-F238E27FC236}">
                    <a16:creationId xmlns:a16="http://schemas.microsoft.com/office/drawing/2014/main" id="{D4925C53-0894-6186-A741-51ABDA98108A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84" name="Textfeld 183">
                <a:extLst>
                  <a:ext uri="{FF2B5EF4-FFF2-40B4-BE49-F238E27FC236}">
                    <a16:creationId xmlns:a16="http://schemas.microsoft.com/office/drawing/2014/main" id="{AE07217C-3225-F907-C917-5F60DC1CEB02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85" name="Textfeld 184">
                <a:extLst>
                  <a:ext uri="{FF2B5EF4-FFF2-40B4-BE49-F238E27FC236}">
                    <a16:creationId xmlns:a16="http://schemas.microsoft.com/office/drawing/2014/main" id="{A845A936-EB37-B05C-1706-870B430CBF78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86" name="Textfeld 185">
                <a:extLst>
                  <a:ext uri="{FF2B5EF4-FFF2-40B4-BE49-F238E27FC236}">
                    <a16:creationId xmlns:a16="http://schemas.microsoft.com/office/drawing/2014/main" id="{D39EE39F-90EF-6960-DEE9-9D5A3D248799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87" name="Textfeld 186">
                <a:extLst>
                  <a:ext uri="{FF2B5EF4-FFF2-40B4-BE49-F238E27FC236}">
                    <a16:creationId xmlns:a16="http://schemas.microsoft.com/office/drawing/2014/main" id="{08CC0728-D714-DE71-9288-C3533A2C5B99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88" name="Textfeld 187">
                <a:extLst>
                  <a:ext uri="{FF2B5EF4-FFF2-40B4-BE49-F238E27FC236}">
                    <a16:creationId xmlns:a16="http://schemas.microsoft.com/office/drawing/2014/main" id="{4AF25228-A74F-AAD3-DE40-122664A900D8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89" name="Textfeld 188">
                <a:extLst>
                  <a:ext uri="{FF2B5EF4-FFF2-40B4-BE49-F238E27FC236}">
                    <a16:creationId xmlns:a16="http://schemas.microsoft.com/office/drawing/2014/main" id="{102FB2FF-19DE-2644-9338-659A56024E0A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190" name="Textfeld 189">
                <a:extLst>
                  <a:ext uri="{FF2B5EF4-FFF2-40B4-BE49-F238E27FC236}">
                    <a16:creationId xmlns:a16="http://schemas.microsoft.com/office/drawing/2014/main" id="{A94470D8-DA56-B65E-3394-0CAD0640C805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191" name="Textfeld 190">
                <a:extLst>
                  <a:ext uri="{FF2B5EF4-FFF2-40B4-BE49-F238E27FC236}">
                    <a16:creationId xmlns:a16="http://schemas.microsoft.com/office/drawing/2014/main" id="{86169A6F-A260-FB9D-F0A3-6FE02A383A67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192" name="Textfeld 191">
                <a:extLst>
                  <a:ext uri="{FF2B5EF4-FFF2-40B4-BE49-F238E27FC236}">
                    <a16:creationId xmlns:a16="http://schemas.microsoft.com/office/drawing/2014/main" id="{C0BF22FB-C309-26FC-31CA-829502C93D73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193" name="Textfeld 192">
                <a:extLst>
                  <a:ext uri="{FF2B5EF4-FFF2-40B4-BE49-F238E27FC236}">
                    <a16:creationId xmlns:a16="http://schemas.microsoft.com/office/drawing/2014/main" id="{3FB845C4-77F7-F475-A294-5BD1A52D7E55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194" name="Textfeld 193">
                <a:extLst>
                  <a:ext uri="{FF2B5EF4-FFF2-40B4-BE49-F238E27FC236}">
                    <a16:creationId xmlns:a16="http://schemas.microsoft.com/office/drawing/2014/main" id="{51AB961C-103C-532A-4050-3DFF0751E563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195" name="Textfeld 194">
                <a:extLst>
                  <a:ext uri="{FF2B5EF4-FFF2-40B4-BE49-F238E27FC236}">
                    <a16:creationId xmlns:a16="http://schemas.microsoft.com/office/drawing/2014/main" id="{D36EA147-639C-08A6-8D42-0AAB2CA40369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196" name="Textfeld 195">
                <a:extLst>
                  <a:ext uri="{FF2B5EF4-FFF2-40B4-BE49-F238E27FC236}">
                    <a16:creationId xmlns:a16="http://schemas.microsoft.com/office/drawing/2014/main" id="{EF7871C2-0249-6114-A55E-24213ACF125B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197" name="Textfeld 196">
                <a:extLst>
                  <a:ext uri="{FF2B5EF4-FFF2-40B4-BE49-F238E27FC236}">
                    <a16:creationId xmlns:a16="http://schemas.microsoft.com/office/drawing/2014/main" id="{046CCCEC-AC80-23A0-F0F2-D33CF171D9D0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198" name="Textfeld 197">
                <a:extLst>
                  <a:ext uri="{FF2B5EF4-FFF2-40B4-BE49-F238E27FC236}">
                    <a16:creationId xmlns:a16="http://schemas.microsoft.com/office/drawing/2014/main" id="{DA539FA9-F69B-3F93-D9B2-AAF564DD652C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199" name="Textfeld 198">
                <a:extLst>
                  <a:ext uri="{FF2B5EF4-FFF2-40B4-BE49-F238E27FC236}">
                    <a16:creationId xmlns:a16="http://schemas.microsoft.com/office/drawing/2014/main" id="{C5456EBC-254A-80FE-0BC2-E2DB6AFDA96F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00" name="Textfeld 199">
                <a:extLst>
                  <a:ext uri="{FF2B5EF4-FFF2-40B4-BE49-F238E27FC236}">
                    <a16:creationId xmlns:a16="http://schemas.microsoft.com/office/drawing/2014/main" id="{EB4AC39C-25E8-F9E3-EE28-8881CAEC2597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01" name="Textfeld 200">
                <a:extLst>
                  <a:ext uri="{FF2B5EF4-FFF2-40B4-BE49-F238E27FC236}">
                    <a16:creationId xmlns:a16="http://schemas.microsoft.com/office/drawing/2014/main" id="{F40D213D-1685-BAB6-08EF-97746755CD5A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02" name="Textfeld 201">
                <a:extLst>
                  <a:ext uri="{FF2B5EF4-FFF2-40B4-BE49-F238E27FC236}">
                    <a16:creationId xmlns:a16="http://schemas.microsoft.com/office/drawing/2014/main" id="{04EC59FD-5CF3-115E-D6D9-5CBDFB2D3648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03" name="Textfeld 202">
                <a:extLst>
                  <a:ext uri="{FF2B5EF4-FFF2-40B4-BE49-F238E27FC236}">
                    <a16:creationId xmlns:a16="http://schemas.microsoft.com/office/drawing/2014/main" id="{25D3FB94-35CB-8FDF-B4D3-B92AEEA1F496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04" name="Textfeld 203">
                <a:extLst>
                  <a:ext uri="{FF2B5EF4-FFF2-40B4-BE49-F238E27FC236}">
                    <a16:creationId xmlns:a16="http://schemas.microsoft.com/office/drawing/2014/main" id="{62D3F862-56BC-11B9-E5F6-318F8824E299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205" name="Textfeld 204">
                <a:extLst>
                  <a:ext uri="{FF2B5EF4-FFF2-40B4-BE49-F238E27FC236}">
                    <a16:creationId xmlns:a16="http://schemas.microsoft.com/office/drawing/2014/main" id="{C7AB7B78-5014-2100-A8D9-0E8C28BCB3D4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206" name="Textfeld 205">
                <a:extLst>
                  <a:ext uri="{FF2B5EF4-FFF2-40B4-BE49-F238E27FC236}">
                    <a16:creationId xmlns:a16="http://schemas.microsoft.com/office/drawing/2014/main" id="{649EE25E-A9E9-EA97-BE52-E4C00FC841B8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207" name="Textfeld 206">
                <a:extLst>
                  <a:ext uri="{FF2B5EF4-FFF2-40B4-BE49-F238E27FC236}">
                    <a16:creationId xmlns:a16="http://schemas.microsoft.com/office/drawing/2014/main" id="{2FE2D7B7-AC48-A38A-3A9A-788C2F1C2FCA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208" name="Textfeld 207">
                <a:extLst>
                  <a:ext uri="{FF2B5EF4-FFF2-40B4-BE49-F238E27FC236}">
                    <a16:creationId xmlns:a16="http://schemas.microsoft.com/office/drawing/2014/main" id="{B84D6167-EA20-E014-DB76-3848C4A868D0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209" name="Textfeld 208">
                <a:extLst>
                  <a:ext uri="{FF2B5EF4-FFF2-40B4-BE49-F238E27FC236}">
                    <a16:creationId xmlns:a16="http://schemas.microsoft.com/office/drawing/2014/main" id="{B9B3677A-015A-DE8B-1220-546471292EF6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210" name="Textfeld 209">
                <a:extLst>
                  <a:ext uri="{FF2B5EF4-FFF2-40B4-BE49-F238E27FC236}">
                    <a16:creationId xmlns:a16="http://schemas.microsoft.com/office/drawing/2014/main" id="{11DD0E24-1828-10ED-344F-C72AFB69D94F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211" name="Textfeld 210">
                <a:extLst>
                  <a:ext uri="{FF2B5EF4-FFF2-40B4-BE49-F238E27FC236}">
                    <a16:creationId xmlns:a16="http://schemas.microsoft.com/office/drawing/2014/main" id="{0E307649-55C6-4CCF-E977-BCFC20806F1D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212" name="Textfeld 211">
                <a:extLst>
                  <a:ext uri="{FF2B5EF4-FFF2-40B4-BE49-F238E27FC236}">
                    <a16:creationId xmlns:a16="http://schemas.microsoft.com/office/drawing/2014/main" id="{C7CC75D6-ABA1-2F28-794E-C59553BE4028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115" name="Gruppieren 114">
              <a:extLst>
                <a:ext uri="{FF2B5EF4-FFF2-40B4-BE49-F238E27FC236}">
                  <a16:creationId xmlns:a16="http://schemas.microsoft.com/office/drawing/2014/main" id="{9E6B0945-EF42-211C-B2E8-B72D172CF121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116" name="Rechteck 115">
                <a:extLst>
                  <a:ext uri="{FF2B5EF4-FFF2-40B4-BE49-F238E27FC236}">
                    <a16:creationId xmlns:a16="http://schemas.microsoft.com/office/drawing/2014/main" id="{817C2B54-BB31-11E3-253A-8AF4FC2C0A70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hteck 116">
                <a:extLst>
                  <a:ext uri="{FF2B5EF4-FFF2-40B4-BE49-F238E27FC236}">
                    <a16:creationId xmlns:a16="http://schemas.microsoft.com/office/drawing/2014/main" id="{037F6F3C-E267-5182-FD81-0914838D037E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Rechteck 117">
                <a:extLst>
                  <a:ext uri="{FF2B5EF4-FFF2-40B4-BE49-F238E27FC236}">
                    <a16:creationId xmlns:a16="http://schemas.microsoft.com/office/drawing/2014/main" id="{38C7537B-5E45-B47A-A116-B878A09D7081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hteck 118">
                <a:extLst>
                  <a:ext uri="{FF2B5EF4-FFF2-40B4-BE49-F238E27FC236}">
                    <a16:creationId xmlns:a16="http://schemas.microsoft.com/office/drawing/2014/main" id="{783C0C94-9188-1FAB-97A8-7E69FE729A23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hteck 119">
                <a:extLst>
                  <a:ext uri="{FF2B5EF4-FFF2-40B4-BE49-F238E27FC236}">
                    <a16:creationId xmlns:a16="http://schemas.microsoft.com/office/drawing/2014/main" id="{753D9C28-298E-DB3E-F34D-39B591AC6AC1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hteck 120">
                <a:extLst>
                  <a:ext uri="{FF2B5EF4-FFF2-40B4-BE49-F238E27FC236}">
                    <a16:creationId xmlns:a16="http://schemas.microsoft.com/office/drawing/2014/main" id="{8D6C6BAB-CF4C-5A6F-072E-56A8CFA52917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469C449C-37F8-E0E1-3B08-C8F2E08B98F0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hteck 122">
                <a:extLst>
                  <a:ext uri="{FF2B5EF4-FFF2-40B4-BE49-F238E27FC236}">
                    <a16:creationId xmlns:a16="http://schemas.microsoft.com/office/drawing/2014/main" id="{98D25257-9E5D-810A-CE9D-493D11F8F3D4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1F8B96D8-B5E0-3D6C-13BF-207C536C6A0C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hteck 124">
                <a:extLst>
                  <a:ext uri="{FF2B5EF4-FFF2-40B4-BE49-F238E27FC236}">
                    <a16:creationId xmlns:a16="http://schemas.microsoft.com/office/drawing/2014/main" id="{311C7FE0-6043-75A5-C047-7221EFC450B7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hteck 125">
                <a:extLst>
                  <a:ext uri="{FF2B5EF4-FFF2-40B4-BE49-F238E27FC236}">
                    <a16:creationId xmlns:a16="http://schemas.microsoft.com/office/drawing/2014/main" id="{CC16C2B7-1D41-CC69-46D8-A6A542AB3780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hteck 126">
                <a:extLst>
                  <a:ext uri="{FF2B5EF4-FFF2-40B4-BE49-F238E27FC236}">
                    <a16:creationId xmlns:a16="http://schemas.microsoft.com/office/drawing/2014/main" id="{83EAAC5A-D1FB-8F5F-C9E4-5523B980DEF5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hteck 127">
                <a:extLst>
                  <a:ext uri="{FF2B5EF4-FFF2-40B4-BE49-F238E27FC236}">
                    <a16:creationId xmlns:a16="http://schemas.microsoft.com/office/drawing/2014/main" id="{9170896A-2ED9-C8BC-9440-26F1765C01EA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Rechteck 128">
                <a:extLst>
                  <a:ext uri="{FF2B5EF4-FFF2-40B4-BE49-F238E27FC236}">
                    <a16:creationId xmlns:a16="http://schemas.microsoft.com/office/drawing/2014/main" id="{5A5DAC86-E642-1564-3EA3-439817E5EFE3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hteck 129">
                <a:extLst>
                  <a:ext uri="{FF2B5EF4-FFF2-40B4-BE49-F238E27FC236}">
                    <a16:creationId xmlns:a16="http://schemas.microsoft.com/office/drawing/2014/main" id="{C9EB6E98-94B3-61D8-6894-E2CA59BFAB41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hteck 130">
                <a:extLst>
                  <a:ext uri="{FF2B5EF4-FFF2-40B4-BE49-F238E27FC236}">
                    <a16:creationId xmlns:a16="http://schemas.microsoft.com/office/drawing/2014/main" id="{9052C01C-9CAD-6B75-F0EA-D6C00D7B7AF8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67872A0D-37BC-4742-18B1-DDBF555F5C40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hteck 132">
                <a:extLst>
                  <a:ext uri="{FF2B5EF4-FFF2-40B4-BE49-F238E27FC236}">
                    <a16:creationId xmlns:a16="http://schemas.microsoft.com/office/drawing/2014/main" id="{1F15CF4F-4A5E-3444-C49D-A8214D1D3AAF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hteck 133">
                <a:extLst>
                  <a:ext uri="{FF2B5EF4-FFF2-40B4-BE49-F238E27FC236}">
                    <a16:creationId xmlns:a16="http://schemas.microsoft.com/office/drawing/2014/main" id="{9B70D933-3459-3F0D-A3F1-7B878BAEB3EB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hteck 134">
                <a:extLst>
                  <a:ext uri="{FF2B5EF4-FFF2-40B4-BE49-F238E27FC236}">
                    <a16:creationId xmlns:a16="http://schemas.microsoft.com/office/drawing/2014/main" id="{0AC57029-A9D5-EF83-9876-292CE2BF0C0C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hteck 135">
                <a:extLst>
                  <a:ext uri="{FF2B5EF4-FFF2-40B4-BE49-F238E27FC236}">
                    <a16:creationId xmlns:a16="http://schemas.microsoft.com/office/drawing/2014/main" id="{A2135B3A-1DC9-835E-80C1-3BF0D0D34FF6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Rechteck 136">
                <a:extLst>
                  <a:ext uri="{FF2B5EF4-FFF2-40B4-BE49-F238E27FC236}">
                    <a16:creationId xmlns:a16="http://schemas.microsoft.com/office/drawing/2014/main" id="{9E6CC2C7-B2DA-8E52-ED8B-B78DAEC7342E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Rechteck 137">
                <a:extLst>
                  <a:ext uri="{FF2B5EF4-FFF2-40B4-BE49-F238E27FC236}">
                    <a16:creationId xmlns:a16="http://schemas.microsoft.com/office/drawing/2014/main" id="{095DBC9E-DEDE-A22A-70A8-E22129697BE2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Rechteck 138">
                <a:extLst>
                  <a:ext uri="{FF2B5EF4-FFF2-40B4-BE49-F238E27FC236}">
                    <a16:creationId xmlns:a16="http://schemas.microsoft.com/office/drawing/2014/main" id="{DB4AAECB-7EE4-0FBD-37A0-BDA8057788B8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Rechteck 139">
                <a:extLst>
                  <a:ext uri="{FF2B5EF4-FFF2-40B4-BE49-F238E27FC236}">
                    <a16:creationId xmlns:a16="http://schemas.microsoft.com/office/drawing/2014/main" id="{E91BEBEB-D4C5-27FD-14A4-F7DDD2516209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Rechteck 140">
                <a:extLst>
                  <a:ext uri="{FF2B5EF4-FFF2-40B4-BE49-F238E27FC236}">
                    <a16:creationId xmlns:a16="http://schemas.microsoft.com/office/drawing/2014/main" id="{E1B3AFB3-2D22-2F5C-AB8D-F4677D912743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Rechteck 141">
                <a:extLst>
                  <a:ext uri="{FF2B5EF4-FFF2-40B4-BE49-F238E27FC236}">
                    <a16:creationId xmlns:a16="http://schemas.microsoft.com/office/drawing/2014/main" id="{81238571-412B-46C0-E00A-8F8032012C60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3" name="Rechteck 142">
                <a:extLst>
                  <a:ext uri="{FF2B5EF4-FFF2-40B4-BE49-F238E27FC236}">
                    <a16:creationId xmlns:a16="http://schemas.microsoft.com/office/drawing/2014/main" id="{4C7AB28F-34E6-DC50-1F1B-DEABB0C0B88F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Rechteck 143">
                <a:extLst>
                  <a:ext uri="{FF2B5EF4-FFF2-40B4-BE49-F238E27FC236}">
                    <a16:creationId xmlns:a16="http://schemas.microsoft.com/office/drawing/2014/main" id="{C59DD7AC-5788-9ACF-65E2-F7B05F25A494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Rechteck 144">
                <a:extLst>
                  <a:ext uri="{FF2B5EF4-FFF2-40B4-BE49-F238E27FC236}">
                    <a16:creationId xmlns:a16="http://schemas.microsoft.com/office/drawing/2014/main" id="{AAA51652-370D-3A23-F917-2D2B32DCF57C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Rechteck 145">
                <a:extLst>
                  <a:ext uri="{FF2B5EF4-FFF2-40B4-BE49-F238E27FC236}">
                    <a16:creationId xmlns:a16="http://schemas.microsoft.com/office/drawing/2014/main" id="{4D5C6C17-4C67-D50F-E065-3E615298ACC8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Rechteck 146">
                <a:extLst>
                  <a:ext uri="{FF2B5EF4-FFF2-40B4-BE49-F238E27FC236}">
                    <a16:creationId xmlns:a16="http://schemas.microsoft.com/office/drawing/2014/main" id="{6F9187B4-1F0B-231D-CB1D-3F335B86DC05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Rechteck 147">
                <a:extLst>
                  <a:ext uri="{FF2B5EF4-FFF2-40B4-BE49-F238E27FC236}">
                    <a16:creationId xmlns:a16="http://schemas.microsoft.com/office/drawing/2014/main" id="{C3272F4E-4454-4229-6A47-9E6687FD803B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Rechteck 148">
                <a:extLst>
                  <a:ext uri="{FF2B5EF4-FFF2-40B4-BE49-F238E27FC236}">
                    <a16:creationId xmlns:a16="http://schemas.microsoft.com/office/drawing/2014/main" id="{C7F2CE2F-B16D-29FC-EF0D-455D8CDD4322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Rechteck 149">
                <a:extLst>
                  <a:ext uri="{FF2B5EF4-FFF2-40B4-BE49-F238E27FC236}">
                    <a16:creationId xmlns:a16="http://schemas.microsoft.com/office/drawing/2014/main" id="{FCE42830-E956-EC90-4167-C078A0CD61A2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Rechteck 150">
                <a:extLst>
                  <a:ext uri="{FF2B5EF4-FFF2-40B4-BE49-F238E27FC236}">
                    <a16:creationId xmlns:a16="http://schemas.microsoft.com/office/drawing/2014/main" id="{C163846C-A9B6-4134-8275-52A31444E5B6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Rechteck 151">
                <a:extLst>
                  <a:ext uri="{FF2B5EF4-FFF2-40B4-BE49-F238E27FC236}">
                    <a16:creationId xmlns:a16="http://schemas.microsoft.com/office/drawing/2014/main" id="{1FF1A436-5041-B925-9E36-18143A7169CD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3" name="Rechteck 152">
                <a:extLst>
                  <a:ext uri="{FF2B5EF4-FFF2-40B4-BE49-F238E27FC236}">
                    <a16:creationId xmlns:a16="http://schemas.microsoft.com/office/drawing/2014/main" id="{26F30795-CF7B-9136-4F4D-726053A1EEB3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Rechteck 153">
                <a:extLst>
                  <a:ext uri="{FF2B5EF4-FFF2-40B4-BE49-F238E27FC236}">
                    <a16:creationId xmlns:a16="http://schemas.microsoft.com/office/drawing/2014/main" id="{FC22F3CF-1BC3-129C-B15A-982C2FB4FADA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Rechteck 154">
                <a:extLst>
                  <a:ext uri="{FF2B5EF4-FFF2-40B4-BE49-F238E27FC236}">
                    <a16:creationId xmlns:a16="http://schemas.microsoft.com/office/drawing/2014/main" id="{CB1FBCC0-B21E-673F-2D40-F607982B4D1F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Rechteck 155">
                <a:extLst>
                  <a:ext uri="{FF2B5EF4-FFF2-40B4-BE49-F238E27FC236}">
                    <a16:creationId xmlns:a16="http://schemas.microsoft.com/office/drawing/2014/main" id="{2477AF01-6147-3B4D-8E76-BF318C6FA687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Rechteck 156">
                <a:extLst>
                  <a:ext uri="{FF2B5EF4-FFF2-40B4-BE49-F238E27FC236}">
                    <a16:creationId xmlns:a16="http://schemas.microsoft.com/office/drawing/2014/main" id="{C0500E2F-2CE0-7D63-8F9E-7E319B9B7210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8" name="Rechteck 157">
                <a:extLst>
                  <a:ext uri="{FF2B5EF4-FFF2-40B4-BE49-F238E27FC236}">
                    <a16:creationId xmlns:a16="http://schemas.microsoft.com/office/drawing/2014/main" id="{970B716C-67F9-DAB5-E345-434A5A95466F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Rechteck 158">
                <a:extLst>
                  <a:ext uri="{FF2B5EF4-FFF2-40B4-BE49-F238E27FC236}">
                    <a16:creationId xmlns:a16="http://schemas.microsoft.com/office/drawing/2014/main" id="{C63A0C53-4A9C-C69B-1481-D4D43D8A895B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Rechteck 159">
                <a:extLst>
                  <a:ext uri="{FF2B5EF4-FFF2-40B4-BE49-F238E27FC236}">
                    <a16:creationId xmlns:a16="http://schemas.microsoft.com/office/drawing/2014/main" id="{56FE7431-0F33-EE73-0350-8B3F4D057A05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Rechteck 160">
                <a:extLst>
                  <a:ext uri="{FF2B5EF4-FFF2-40B4-BE49-F238E27FC236}">
                    <a16:creationId xmlns:a16="http://schemas.microsoft.com/office/drawing/2014/main" id="{934CEC0A-26CE-C3F3-1733-4C3ADD14E5DB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Rechteck 161">
                <a:extLst>
                  <a:ext uri="{FF2B5EF4-FFF2-40B4-BE49-F238E27FC236}">
                    <a16:creationId xmlns:a16="http://schemas.microsoft.com/office/drawing/2014/main" id="{5A92CCD7-355A-2CF8-3F25-956CDBE2D2F8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3" name="Rechteck 162">
                <a:extLst>
                  <a:ext uri="{FF2B5EF4-FFF2-40B4-BE49-F238E27FC236}">
                    <a16:creationId xmlns:a16="http://schemas.microsoft.com/office/drawing/2014/main" id="{1D8CA654-6AAB-D26F-6FE7-A115C798A0D0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Rechteck 163">
                <a:extLst>
                  <a:ext uri="{FF2B5EF4-FFF2-40B4-BE49-F238E27FC236}">
                    <a16:creationId xmlns:a16="http://schemas.microsoft.com/office/drawing/2014/main" id="{7A7F873C-BE93-EF87-03CC-6E11CA5C7433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Rechteck 164">
                <a:extLst>
                  <a:ext uri="{FF2B5EF4-FFF2-40B4-BE49-F238E27FC236}">
                    <a16:creationId xmlns:a16="http://schemas.microsoft.com/office/drawing/2014/main" id="{A5F6972A-FECD-F5C0-9318-5D0A720B9F36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Rechteck 165">
                <a:extLst>
                  <a:ext uri="{FF2B5EF4-FFF2-40B4-BE49-F238E27FC236}">
                    <a16:creationId xmlns:a16="http://schemas.microsoft.com/office/drawing/2014/main" id="{F889893C-8EAF-3E79-24AA-B7C46026189A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Rechteck 166">
                <a:extLst>
                  <a:ext uri="{FF2B5EF4-FFF2-40B4-BE49-F238E27FC236}">
                    <a16:creationId xmlns:a16="http://schemas.microsoft.com/office/drawing/2014/main" id="{92F4D288-D944-074F-84E5-C465E0691FA2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Rechteck 167">
                <a:extLst>
                  <a:ext uri="{FF2B5EF4-FFF2-40B4-BE49-F238E27FC236}">
                    <a16:creationId xmlns:a16="http://schemas.microsoft.com/office/drawing/2014/main" id="{09462145-00EA-7EE5-3629-C40E8FBEA8D5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Rechteck 168">
                <a:extLst>
                  <a:ext uri="{FF2B5EF4-FFF2-40B4-BE49-F238E27FC236}">
                    <a16:creationId xmlns:a16="http://schemas.microsoft.com/office/drawing/2014/main" id="{526E140A-77F6-164A-71A7-0D51FEDE5AB4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Rechteck 169">
                <a:extLst>
                  <a:ext uri="{FF2B5EF4-FFF2-40B4-BE49-F238E27FC236}">
                    <a16:creationId xmlns:a16="http://schemas.microsoft.com/office/drawing/2014/main" id="{CC646C8F-3D4C-4015-DC03-CF74ACA34D7A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Rechteck 170">
                <a:extLst>
                  <a:ext uri="{FF2B5EF4-FFF2-40B4-BE49-F238E27FC236}">
                    <a16:creationId xmlns:a16="http://schemas.microsoft.com/office/drawing/2014/main" id="{AFEEFB63-3C1A-697F-2F56-BE02E4B0DF16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Rechteck 171">
                <a:extLst>
                  <a:ext uri="{FF2B5EF4-FFF2-40B4-BE49-F238E27FC236}">
                    <a16:creationId xmlns:a16="http://schemas.microsoft.com/office/drawing/2014/main" id="{A7686804-227F-3609-1533-AC35589F2567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Rechteck 172">
                <a:extLst>
                  <a:ext uri="{FF2B5EF4-FFF2-40B4-BE49-F238E27FC236}">
                    <a16:creationId xmlns:a16="http://schemas.microsoft.com/office/drawing/2014/main" id="{351F38B0-2265-9B5D-8AA3-BAFAF28F87D4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Rechteck 173">
                <a:extLst>
                  <a:ext uri="{FF2B5EF4-FFF2-40B4-BE49-F238E27FC236}">
                    <a16:creationId xmlns:a16="http://schemas.microsoft.com/office/drawing/2014/main" id="{E6DAAADF-F46A-0FC8-6971-651CA0C52E22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Rechteck 174">
                <a:extLst>
                  <a:ext uri="{FF2B5EF4-FFF2-40B4-BE49-F238E27FC236}">
                    <a16:creationId xmlns:a16="http://schemas.microsoft.com/office/drawing/2014/main" id="{738F5428-736E-07E1-E93D-6ED00D35016E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6" name="Rechteck 175">
                <a:extLst>
                  <a:ext uri="{FF2B5EF4-FFF2-40B4-BE49-F238E27FC236}">
                    <a16:creationId xmlns:a16="http://schemas.microsoft.com/office/drawing/2014/main" id="{942A01AB-A2EE-479D-0707-C2C8EADA9DD8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Rechteck 176">
                <a:extLst>
                  <a:ext uri="{FF2B5EF4-FFF2-40B4-BE49-F238E27FC236}">
                    <a16:creationId xmlns:a16="http://schemas.microsoft.com/office/drawing/2014/main" id="{048C355A-1C7F-8EEB-C4D7-D4BA358FBE88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Rechteck 177">
                <a:extLst>
                  <a:ext uri="{FF2B5EF4-FFF2-40B4-BE49-F238E27FC236}">
                    <a16:creationId xmlns:a16="http://schemas.microsoft.com/office/drawing/2014/main" id="{9927534E-2299-017D-8ACD-9BA3892A6B8B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Rechteck 178">
                <a:extLst>
                  <a:ext uri="{FF2B5EF4-FFF2-40B4-BE49-F238E27FC236}">
                    <a16:creationId xmlns:a16="http://schemas.microsoft.com/office/drawing/2014/main" id="{21087AAA-6B5C-8C1F-7BB3-9B789D7EBF56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13" name="Textfeld 212">
            <a:extLst>
              <a:ext uri="{FF2B5EF4-FFF2-40B4-BE49-F238E27FC236}">
                <a16:creationId xmlns:a16="http://schemas.microsoft.com/office/drawing/2014/main" id="{A7DAFB5C-B52F-7ED3-3D54-4E13C0E75831}"/>
              </a:ext>
            </a:extLst>
          </p:cNvPr>
          <p:cNvSpPr txBox="1"/>
          <p:nvPr/>
        </p:nvSpPr>
        <p:spPr>
          <a:xfrm>
            <a:off x="-1713476" y="-2230033"/>
            <a:ext cx="2280000" cy="227794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sp>
        <p:nvSpPr>
          <p:cNvPr id="214" name="Textfeld 213">
            <a:extLst>
              <a:ext uri="{FF2B5EF4-FFF2-40B4-BE49-F238E27FC236}">
                <a16:creationId xmlns:a16="http://schemas.microsoft.com/office/drawing/2014/main" id="{0916BEA5-94BC-022D-DEA8-05CA77EEDDBE}"/>
              </a:ext>
            </a:extLst>
          </p:cNvPr>
          <p:cNvSpPr txBox="1"/>
          <p:nvPr/>
        </p:nvSpPr>
        <p:spPr>
          <a:xfrm>
            <a:off x="11971963" y="2316643"/>
            <a:ext cx="2280000" cy="227241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sp>
        <p:nvSpPr>
          <p:cNvPr id="215" name="Textfeld 214">
            <a:extLst>
              <a:ext uri="{FF2B5EF4-FFF2-40B4-BE49-F238E27FC236}">
                <a16:creationId xmlns:a16="http://schemas.microsoft.com/office/drawing/2014/main" id="{7245466C-2DDB-423F-DEE4-56DB50971BBC}"/>
              </a:ext>
            </a:extLst>
          </p:cNvPr>
          <p:cNvSpPr txBox="1"/>
          <p:nvPr/>
        </p:nvSpPr>
        <p:spPr>
          <a:xfrm>
            <a:off x="566524" y="4603816"/>
            <a:ext cx="2280000" cy="22631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♞</a:t>
            </a:r>
          </a:p>
        </p:txBody>
      </p:sp>
      <p:sp>
        <p:nvSpPr>
          <p:cNvPr id="216" name="Textfeld 215">
            <a:extLst>
              <a:ext uri="{FF2B5EF4-FFF2-40B4-BE49-F238E27FC236}">
                <a16:creationId xmlns:a16="http://schemas.microsoft.com/office/drawing/2014/main" id="{0A3CCBFC-4419-6F34-E34C-D3B4F36A5EA1}"/>
              </a:ext>
            </a:extLst>
          </p:cNvPr>
          <p:cNvSpPr txBox="1"/>
          <p:nvPr/>
        </p:nvSpPr>
        <p:spPr>
          <a:xfrm>
            <a:off x="7406524" y="2316644"/>
            <a:ext cx="2280000" cy="227241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sp>
        <p:nvSpPr>
          <p:cNvPr id="217" name="Textfeld 216">
            <a:extLst>
              <a:ext uri="{FF2B5EF4-FFF2-40B4-BE49-F238E27FC236}">
                <a16:creationId xmlns:a16="http://schemas.microsoft.com/office/drawing/2014/main" id="{2035F560-9271-1604-7063-6D1A5E27E4ED}"/>
              </a:ext>
            </a:extLst>
          </p:cNvPr>
          <p:cNvSpPr txBox="1"/>
          <p:nvPr/>
        </p:nvSpPr>
        <p:spPr>
          <a:xfrm>
            <a:off x="9691963" y="2325867"/>
            <a:ext cx="2280000" cy="226318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latin typeface="Arial" panose="020B0604020202020204" pitchFamily="34" charset="0"/>
                <a:cs typeface="Arial" panose="020B0604020202020204" pitchFamily="34" charset="0"/>
              </a:rPr>
              <a:t>♛</a:t>
            </a:r>
          </a:p>
        </p:txBody>
      </p: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885805EF-14A1-C20C-F608-9A7982BB4600}"/>
              </a:ext>
            </a:extLst>
          </p:cNvPr>
          <p:cNvGrpSpPr/>
          <p:nvPr/>
        </p:nvGrpSpPr>
        <p:grpSpPr>
          <a:xfrm>
            <a:off x="186005" y="416789"/>
            <a:ext cx="9360001" cy="6120006"/>
            <a:chOff x="5276538" y="569626"/>
            <a:chExt cx="6535711" cy="5960379"/>
          </a:xfrm>
        </p:grpSpPr>
        <p:sp>
          <p:nvSpPr>
            <p:cNvPr id="104" name="Abgerundetes Rechteck 103">
              <a:extLst>
                <a:ext uri="{FF2B5EF4-FFF2-40B4-BE49-F238E27FC236}">
                  <a16:creationId xmlns:a16="http://schemas.microsoft.com/office/drawing/2014/main" id="{ABE31D8D-DA06-F918-DBA7-360DF1806068}"/>
                </a:ext>
              </a:extLst>
            </p:cNvPr>
            <p:cNvSpPr/>
            <p:nvPr/>
          </p:nvSpPr>
          <p:spPr>
            <a:xfrm>
              <a:off x="5276538" y="569626"/>
              <a:ext cx="6535711" cy="596037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CAFC9AA8-6A61-6C56-8380-90827FB6EE67}"/>
                </a:ext>
              </a:extLst>
            </p:cNvPr>
            <p:cNvSpPr txBox="1"/>
            <p:nvPr/>
          </p:nvSpPr>
          <p:spPr>
            <a:xfrm>
              <a:off x="7187783" y="805048"/>
              <a:ext cx="27132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Progress so Far</a:t>
              </a:r>
            </a:p>
          </p:txBody>
        </p:sp>
        <p:sp>
          <p:nvSpPr>
            <p:cNvPr id="106" name="Textfeld 105">
              <a:extLst>
                <a:ext uri="{FF2B5EF4-FFF2-40B4-BE49-F238E27FC236}">
                  <a16:creationId xmlns:a16="http://schemas.microsoft.com/office/drawing/2014/main" id="{7003F379-CADF-42D8-7A26-4AC04A2D6711}"/>
                </a:ext>
              </a:extLst>
            </p:cNvPr>
            <p:cNvSpPr txBox="1"/>
            <p:nvPr/>
          </p:nvSpPr>
          <p:spPr>
            <a:xfrm>
              <a:off x="5537692" y="2255835"/>
              <a:ext cx="6013400" cy="2607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dirty="0">
                  <a:effectLst/>
                </a:rPr>
                <a:t>• </a:t>
              </a:r>
              <a:r>
                <a:rPr lang="de-DE" sz="2800" dirty="0" err="1">
                  <a:effectLst/>
                </a:rPr>
                <a:t>chess_ml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library</a:t>
              </a:r>
              <a:r>
                <a:rPr lang="de-DE" sz="2800" dirty="0">
                  <a:effectLst/>
                </a:rPr>
                <a:t>:</a:t>
              </a:r>
            </a:p>
            <a:p>
              <a:r>
                <a:rPr lang="de-DE" sz="2800" dirty="0">
                  <a:effectLst/>
                </a:rPr>
                <a:t>    • interface </a:t>
              </a:r>
              <a:r>
                <a:rPr lang="de-DE" sz="2800" dirty="0" err="1">
                  <a:effectLst/>
                </a:rPr>
                <a:t>environment</a:t>
              </a:r>
              <a:r>
                <a:rPr lang="de-DE" sz="2800" dirty="0">
                  <a:effectLst/>
                </a:rPr>
                <a:t> &lt;-&gt; </a:t>
              </a:r>
              <a:r>
                <a:rPr lang="de-DE" sz="2800" dirty="0" err="1">
                  <a:effectLst/>
                </a:rPr>
                <a:t>neural</a:t>
              </a:r>
              <a:r>
                <a:rPr lang="de-DE" sz="2800" dirty="0"/>
                <a:t> </a:t>
              </a:r>
              <a:r>
                <a:rPr lang="de-DE" sz="2800" dirty="0">
                  <a:effectLst/>
                </a:rPr>
                <a:t>network</a:t>
              </a:r>
            </a:p>
            <a:p>
              <a:r>
                <a:rPr lang="de-DE" sz="2800" dirty="0">
                  <a:effectLst/>
                </a:rPr>
                <a:t>    • </a:t>
              </a:r>
              <a:r>
                <a:rPr lang="de-DE" sz="2800" dirty="0" err="1">
                  <a:effectLst/>
                </a:rPr>
                <a:t>imitation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learning</a:t>
              </a:r>
              <a:r>
                <a:rPr lang="de-DE" sz="2800" dirty="0">
                  <a:effectLst/>
                </a:rPr>
                <a:t>: </a:t>
              </a:r>
              <a:r>
                <a:rPr lang="de-DE" sz="2800" dirty="0" err="1">
                  <a:effectLst/>
                </a:rPr>
                <a:t>data</a:t>
              </a:r>
              <a:r>
                <a:rPr lang="de-DE" sz="2800" dirty="0"/>
                <a:t> </a:t>
              </a:r>
              <a:r>
                <a:rPr lang="de-DE" sz="2800" dirty="0" err="1">
                  <a:effectLst/>
                </a:rPr>
                <a:t>preprocessing</a:t>
              </a:r>
              <a:r>
                <a:rPr lang="de-DE" sz="2800" dirty="0">
                  <a:effectLst/>
                </a:rPr>
                <a:t>, etc.</a:t>
              </a:r>
            </a:p>
            <a:p>
              <a:r>
                <a:rPr lang="de-DE" sz="2800" dirty="0">
                  <a:effectLst/>
                </a:rPr>
                <a:t>    • </a:t>
              </a:r>
              <a:r>
                <a:rPr lang="de-DE" sz="2800" dirty="0" err="1">
                  <a:effectLst/>
                </a:rPr>
                <a:t>reinforcement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learning</a:t>
              </a:r>
              <a:r>
                <a:rPr lang="de-DE" sz="2800" dirty="0">
                  <a:effectLst/>
                </a:rPr>
                <a:t>: extensible </a:t>
              </a:r>
              <a:r>
                <a:rPr lang="de-DE" sz="2800" dirty="0" err="1">
                  <a:effectLst/>
                </a:rPr>
                <a:t>rewards</a:t>
              </a:r>
              <a:r>
                <a:rPr lang="de-DE" sz="2800" dirty="0">
                  <a:effectLst/>
                </a:rPr>
                <a:t>, etc.</a:t>
              </a:r>
            </a:p>
            <a:p>
              <a:endParaRPr lang="de-DE" sz="2800" dirty="0">
                <a:effectLst/>
              </a:endParaRPr>
            </a:p>
            <a:p>
              <a:r>
                <a:rPr lang="de-DE" sz="2800" dirty="0">
                  <a:effectLst/>
                </a:rPr>
                <a:t>• </a:t>
              </a:r>
              <a:r>
                <a:rPr lang="de-DE" sz="2800" dirty="0" err="1">
                  <a:effectLst/>
                </a:rPr>
                <a:t>access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to</a:t>
              </a:r>
              <a:r>
                <a:rPr lang="de-DE" sz="2800" dirty="0">
                  <a:effectLst/>
                </a:rPr>
                <a:t> SC and </a:t>
              </a:r>
              <a:r>
                <a:rPr lang="de-DE" sz="2800" dirty="0" err="1">
                  <a:effectLst/>
                </a:rPr>
                <a:t>trained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imitation</a:t>
              </a:r>
              <a:r>
                <a:rPr lang="de-DE" sz="2800" dirty="0"/>
                <a:t> </a:t>
              </a:r>
              <a:r>
                <a:rPr lang="de-DE" sz="2800" dirty="0" err="1">
                  <a:effectLst/>
                </a:rPr>
                <a:t>model</a:t>
              </a:r>
              <a:endParaRPr lang="de-DE" sz="2800" dirty="0">
                <a:effectLst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0170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ruppieren 335">
            <a:extLst>
              <a:ext uri="{FF2B5EF4-FFF2-40B4-BE49-F238E27FC236}">
                <a16:creationId xmlns:a16="http://schemas.microsoft.com/office/drawing/2014/main" id="{204C78B8-9CA6-5266-0979-9D6A1E910D42}"/>
              </a:ext>
            </a:extLst>
          </p:cNvPr>
          <p:cNvGrpSpPr/>
          <p:nvPr/>
        </p:nvGrpSpPr>
        <p:grpSpPr>
          <a:xfrm>
            <a:off x="-5128037" y="-7943357"/>
            <a:ext cx="20520000" cy="20520000"/>
            <a:chOff x="2856000" y="183168"/>
            <a:chExt cx="6480000" cy="6485832"/>
          </a:xfrm>
        </p:grpSpPr>
        <p:grpSp>
          <p:nvGrpSpPr>
            <p:cNvPr id="337" name="Gruppieren 336">
              <a:extLst>
                <a:ext uri="{FF2B5EF4-FFF2-40B4-BE49-F238E27FC236}">
                  <a16:creationId xmlns:a16="http://schemas.microsoft.com/office/drawing/2014/main" id="{34371F42-B3E8-2CE6-EE7D-91B3D8FF18C9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403" name="Rechteck 402">
                <a:extLst>
                  <a:ext uri="{FF2B5EF4-FFF2-40B4-BE49-F238E27FC236}">
                    <a16:creationId xmlns:a16="http://schemas.microsoft.com/office/drawing/2014/main" id="{7ACB23F8-612C-CB29-903D-A3F8A15A9D5B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4" name="Textfeld 403">
                <a:extLst>
                  <a:ext uri="{FF2B5EF4-FFF2-40B4-BE49-F238E27FC236}">
                    <a16:creationId xmlns:a16="http://schemas.microsoft.com/office/drawing/2014/main" id="{48B2CF28-5897-B6DB-2E3A-C3C9681E3AA9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405" name="Textfeld 404">
                <a:extLst>
                  <a:ext uri="{FF2B5EF4-FFF2-40B4-BE49-F238E27FC236}">
                    <a16:creationId xmlns:a16="http://schemas.microsoft.com/office/drawing/2014/main" id="{91B48EDA-F968-8DBB-E7E9-DD9521849601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406" name="Textfeld 405">
                <a:extLst>
                  <a:ext uri="{FF2B5EF4-FFF2-40B4-BE49-F238E27FC236}">
                    <a16:creationId xmlns:a16="http://schemas.microsoft.com/office/drawing/2014/main" id="{81B6F966-BEAA-D955-72E4-38667ABFC38F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407" name="Textfeld 406">
                <a:extLst>
                  <a:ext uri="{FF2B5EF4-FFF2-40B4-BE49-F238E27FC236}">
                    <a16:creationId xmlns:a16="http://schemas.microsoft.com/office/drawing/2014/main" id="{3502969D-E12B-1274-C727-C56DE8C27A42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408" name="Textfeld 407">
                <a:extLst>
                  <a:ext uri="{FF2B5EF4-FFF2-40B4-BE49-F238E27FC236}">
                    <a16:creationId xmlns:a16="http://schemas.microsoft.com/office/drawing/2014/main" id="{72065C44-0C20-CB31-6846-2B44EAC0C74D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409" name="Textfeld 408">
                <a:extLst>
                  <a:ext uri="{FF2B5EF4-FFF2-40B4-BE49-F238E27FC236}">
                    <a16:creationId xmlns:a16="http://schemas.microsoft.com/office/drawing/2014/main" id="{E8E4880A-E53C-9514-122F-8D986C5956D2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410" name="Textfeld 409">
                <a:extLst>
                  <a:ext uri="{FF2B5EF4-FFF2-40B4-BE49-F238E27FC236}">
                    <a16:creationId xmlns:a16="http://schemas.microsoft.com/office/drawing/2014/main" id="{34217A85-4379-2680-5979-5E615E1E9C3F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411" name="Textfeld 410">
                <a:extLst>
                  <a:ext uri="{FF2B5EF4-FFF2-40B4-BE49-F238E27FC236}">
                    <a16:creationId xmlns:a16="http://schemas.microsoft.com/office/drawing/2014/main" id="{F7A323D5-876A-684B-A24C-9FB6DB966233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412" name="Textfeld 411">
                <a:extLst>
                  <a:ext uri="{FF2B5EF4-FFF2-40B4-BE49-F238E27FC236}">
                    <a16:creationId xmlns:a16="http://schemas.microsoft.com/office/drawing/2014/main" id="{E3EA5D2E-6E3C-7781-11F0-45EC83B94299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413" name="Textfeld 412">
                <a:extLst>
                  <a:ext uri="{FF2B5EF4-FFF2-40B4-BE49-F238E27FC236}">
                    <a16:creationId xmlns:a16="http://schemas.microsoft.com/office/drawing/2014/main" id="{218FB44D-F4E3-BF12-9FE3-DEF4E740805E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414" name="Textfeld 413">
                <a:extLst>
                  <a:ext uri="{FF2B5EF4-FFF2-40B4-BE49-F238E27FC236}">
                    <a16:creationId xmlns:a16="http://schemas.microsoft.com/office/drawing/2014/main" id="{464DCFFB-888F-2182-4EDF-E7AB7344EE68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415" name="Textfeld 414">
                <a:extLst>
                  <a:ext uri="{FF2B5EF4-FFF2-40B4-BE49-F238E27FC236}">
                    <a16:creationId xmlns:a16="http://schemas.microsoft.com/office/drawing/2014/main" id="{ABDFE858-877E-17F8-D54A-5BB7CFAE5C3B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416" name="Textfeld 415">
                <a:extLst>
                  <a:ext uri="{FF2B5EF4-FFF2-40B4-BE49-F238E27FC236}">
                    <a16:creationId xmlns:a16="http://schemas.microsoft.com/office/drawing/2014/main" id="{AC4C509F-DC50-6DBF-0207-6D0E28A930A0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417" name="Textfeld 416">
                <a:extLst>
                  <a:ext uri="{FF2B5EF4-FFF2-40B4-BE49-F238E27FC236}">
                    <a16:creationId xmlns:a16="http://schemas.microsoft.com/office/drawing/2014/main" id="{18D91F94-08C9-8EBD-8EDA-E3580FCA06A4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418" name="Textfeld 417">
                <a:extLst>
                  <a:ext uri="{FF2B5EF4-FFF2-40B4-BE49-F238E27FC236}">
                    <a16:creationId xmlns:a16="http://schemas.microsoft.com/office/drawing/2014/main" id="{C5FD7E5F-6666-1B35-9626-31030BA3FEA7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419" name="Textfeld 418">
                <a:extLst>
                  <a:ext uri="{FF2B5EF4-FFF2-40B4-BE49-F238E27FC236}">
                    <a16:creationId xmlns:a16="http://schemas.microsoft.com/office/drawing/2014/main" id="{0A96AEE4-9456-F10D-7641-CAEA0DC1BA33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420" name="Textfeld 419">
                <a:extLst>
                  <a:ext uri="{FF2B5EF4-FFF2-40B4-BE49-F238E27FC236}">
                    <a16:creationId xmlns:a16="http://schemas.microsoft.com/office/drawing/2014/main" id="{C435E4AF-C2B5-9C87-00B1-1A1CF7025EAD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421" name="Textfeld 420">
                <a:extLst>
                  <a:ext uri="{FF2B5EF4-FFF2-40B4-BE49-F238E27FC236}">
                    <a16:creationId xmlns:a16="http://schemas.microsoft.com/office/drawing/2014/main" id="{C331770F-A461-3E9A-80E2-8BCB947DBF2D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422" name="Textfeld 421">
                <a:extLst>
                  <a:ext uri="{FF2B5EF4-FFF2-40B4-BE49-F238E27FC236}">
                    <a16:creationId xmlns:a16="http://schemas.microsoft.com/office/drawing/2014/main" id="{4BDDBF58-7FAA-E316-20D9-689C9FC6C864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423" name="Textfeld 422">
                <a:extLst>
                  <a:ext uri="{FF2B5EF4-FFF2-40B4-BE49-F238E27FC236}">
                    <a16:creationId xmlns:a16="http://schemas.microsoft.com/office/drawing/2014/main" id="{02EB5B21-9E57-7177-90B9-AB623566F693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424" name="Textfeld 423">
                <a:extLst>
                  <a:ext uri="{FF2B5EF4-FFF2-40B4-BE49-F238E27FC236}">
                    <a16:creationId xmlns:a16="http://schemas.microsoft.com/office/drawing/2014/main" id="{E0386BE3-AAA5-9507-DEE1-D72B028EFF5A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425" name="Textfeld 424">
                <a:extLst>
                  <a:ext uri="{FF2B5EF4-FFF2-40B4-BE49-F238E27FC236}">
                    <a16:creationId xmlns:a16="http://schemas.microsoft.com/office/drawing/2014/main" id="{4EBAC9D9-9414-A7A5-AAD9-E32F567F917F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426" name="Textfeld 425">
                <a:extLst>
                  <a:ext uri="{FF2B5EF4-FFF2-40B4-BE49-F238E27FC236}">
                    <a16:creationId xmlns:a16="http://schemas.microsoft.com/office/drawing/2014/main" id="{DE23A6D5-408E-F5E6-0E89-875D8C061B02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427" name="Textfeld 426">
                <a:extLst>
                  <a:ext uri="{FF2B5EF4-FFF2-40B4-BE49-F238E27FC236}">
                    <a16:creationId xmlns:a16="http://schemas.microsoft.com/office/drawing/2014/main" id="{1D862E37-9FD4-F773-8C09-F92655B6F14A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428" name="Textfeld 427">
                <a:extLst>
                  <a:ext uri="{FF2B5EF4-FFF2-40B4-BE49-F238E27FC236}">
                    <a16:creationId xmlns:a16="http://schemas.microsoft.com/office/drawing/2014/main" id="{693F002E-6557-63C6-EB3B-E2615044871E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429" name="Textfeld 428">
                <a:extLst>
                  <a:ext uri="{FF2B5EF4-FFF2-40B4-BE49-F238E27FC236}">
                    <a16:creationId xmlns:a16="http://schemas.microsoft.com/office/drawing/2014/main" id="{6EEEAA52-9756-73BD-EE65-C38DD3816C52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430" name="Textfeld 429">
                <a:extLst>
                  <a:ext uri="{FF2B5EF4-FFF2-40B4-BE49-F238E27FC236}">
                    <a16:creationId xmlns:a16="http://schemas.microsoft.com/office/drawing/2014/main" id="{B5B0F04B-2E65-7888-0A34-83D2B9A014DE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431" name="Textfeld 430">
                <a:extLst>
                  <a:ext uri="{FF2B5EF4-FFF2-40B4-BE49-F238E27FC236}">
                    <a16:creationId xmlns:a16="http://schemas.microsoft.com/office/drawing/2014/main" id="{6241BE2E-DF23-553F-DB96-AD61652873A3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432" name="Textfeld 431">
                <a:extLst>
                  <a:ext uri="{FF2B5EF4-FFF2-40B4-BE49-F238E27FC236}">
                    <a16:creationId xmlns:a16="http://schemas.microsoft.com/office/drawing/2014/main" id="{1EB21E33-62D4-5FD4-EB26-87C39CDAE8B6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433" name="Textfeld 432">
                <a:extLst>
                  <a:ext uri="{FF2B5EF4-FFF2-40B4-BE49-F238E27FC236}">
                    <a16:creationId xmlns:a16="http://schemas.microsoft.com/office/drawing/2014/main" id="{8CD72F85-4D66-F76E-DE73-189ECE1BB9C5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434" name="Textfeld 433">
                <a:extLst>
                  <a:ext uri="{FF2B5EF4-FFF2-40B4-BE49-F238E27FC236}">
                    <a16:creationId xmlns:a16="http://schemas.microsoft.com/office/drawing/2014/main" id="{5AEC9644-10C7-241D-1F8B-226AE6CE6DDA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435" name="Textfeld 434">
                <a:extLst>
                  <a:ext uri="{FF2B5EF4-FFF2-40B4-BE49-F238E27FC236}">
                    <a16:creationId xmlns:a16="http://schemas.microsoft.com/office/drawing/2014/main" id="{C805B8A5-8BDF-A9E7-0500-EF6CE2135A05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338" name="Gruppieren 337">
              <a:extLst>
                <a:ext uri="{FF2B5EF4-FFF2-40B4-BE49-F238E27FC236}">
                  <a16:creationId xmlns:a16="http://schemas.microsoft.com/office/drawing/2014/main" id="{22B9A897-D1A0-20A6-8398-C84F527065C1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339" name="Rechteck 338">
                <a:extLst>
                  <a:ext uri="{FF2B5EF4-FFF2-40B4-BE49-F238E27FC236}">
                    <a16:creationId xmlns:a16="http://schemas.microsoft.com/office/drawing/2014/main" id="{16EE7DF8-C7D0-9736-75C8-803F49618530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0" name="Rechteck 339">
                <a:extLst>
                  <a:ext uri="{FF2B5EF4-FFF2-40B4-BE49-F238E27FC236}">
                    <a16:creationId xmlns:a16="http://schemas.microsoft.com/office/drawing/2014/main" id="{C8DDBDA8-DE9C-F320-EAA8-F9926433BE46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1" name="Rechteck 340">
                <a:extLst>
                  <a:ext uri="{FF2B5EF4-FFF2-40B4-BE49-F238E27FC236}">
                    <a16:creationId xmlns:a16="http://schemas.microsoft.com/office/drawing/2014/main" id="{20B2B2D9-1469-A456-85D3-4AAA7EAED7A6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2" name="Rechteck 341">
                <a:extLst>
                  <a:ext uri="{FF2B5EF4-FFF2-40B4-BE49-F238E27FC236}">
                    <a16:creationId xmlns:a16="http://schemas.microsoft.com/office/drawing/2014/main" id="{91147608-4CB5-5CD3-CD33-813B972850E0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3" name="Rechteck 342">
                <a:extLst>
                  <a:ext uri="{FF2B5EF4-FFF2-40B4-BE49-F238E27FC236}">
                    <a16:creationId xmlns:a16="http://schemas.microsoft.com/office/drawing/2014/main" id="{72A81594-46C1-E494-2AEC-E9D4995A46AE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4" name="Rechteck 343">
                <a:extLst>
                  <a:ext uri="{FF2B5EF4-FFF2-40B4-BE49-F238E27FC236}">
                    <a16:creationId xmlns:a16="http://schemas.microsoft.com/office/drawing/2014/main" id="{498E00EF-6F31-5AF4-33D9-75382A3C291B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5" name="Rechteck 344">
                <a:extLst>
                  <a:ext uri="{FF2B5EF4-FFF2-40B4-BE49-F238E27FC236}">
                    <a16:creationId xmlns:a16="http://schemas.microsoft.com/office/drawing/2014/main" id="{F7990CC2-4D38-FC7B-7304-CA112752DCC7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6" name="Rechteck 345">
                <a:extLst>
                  <a:ext uri="{FF2B5EF4-FFF2-40B4-BE49-F238E27FC236}">
                    <a16:creationId xmlns:a16="http://schemas.microsoft.com/office/drawing/2014/main" id="{AA5F60C3-2520-0683-4D1C-B354BCD392B0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7" name="Rechteck 346">
                <a:extLst>
                  <a:ext uri="{FF2B5EF4-FFF2-40B4-BE49-F238E27FC236}">
                    <a16:creationId xmlns:a16="http://schemas.microsoft.com/office/drawing/2014/main" id="{422E052A-5952-5FDE-5901-0B837B8E9206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8" name="Rechteck 347">
                <a:extLst>
                  <a:ext uri="{FF2B5EF4-FFF2-40B4-BE49-F238E27FC236}">
                    <a16:creationId xmlns:a16="http://schemas.microsoft.com/office/drawing/2014/main" id="{07FE62CC-17C2-381A-1548-EE9C9384A259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9" name="Rechteck 348">
                <a:extLst>
                  <a:ext uri="{FF2B5EF4-FFF2-40B4-BE49-F238E27FC236}">
                    <a16:creationId xmlns:a16="http://schemas.microsoft.com/office/drawing/2014/main" id="{057B5E2F-11F4-D9A2-618A-9C2D5B515746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0" name="Rechteck 349">
                <a:extLst>
                  <a:ext uri="{FF2B5EF4-FFF2-40B4-BE49-F238E27FC236}">
                    <a16:creationId xmlns:a16="http://schemas.microsoft.com/office/drawing/2014/main" id="{4A572E3B-9AA8-8AE0-69AE-6C022061749E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1" name="Rechteck 350">
                <a:extLst>
                  <a:ext uri="{FF2B5EF4-FFF2-40B4-BE49-F238E27FC236}">
                    <a16:creationId xmlns:a16="http://schemas.microsoft.com/office/drawing/2014/main" id="{518D0F8A-70ED-D3B9-EBB6-1A978F9F01C3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2" name="Rechteck 351">
                <a:extLst>
                  <a:ext uri="{FF2B5EF4-FFF2-40B4-BE49-F238E27FC236}">
                    <a16:creationId xmlns:a16="http://schemas.microsoft.com/office/drawing/2014/main" id="{46AFD4E4-8582-DA42-C715-E0DC722AD2CD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3" name="Rechteck 352">
                <a:extLst>
                  <a:ext uri="{FF2B5EF4-FFF2-40B4-BE49-F238E27FC236}">
                    <a16:creationId xmlns:a16="http://schemas.microsoft.com/office/drawing/2014/main" id="{30357B56-C8DF-9079-3B8C-8B763CFEC9F9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4" name="Rechteck 353">
                <a:extLst>
                  <a:ext uri="{FF2B5EF4-FFF2-40B4-BE49-F238E27FC236}">
                    <a16:creationId xmlns:a16="http://schemas.microsoft.com/office/drawing/2014/main" id="{81594AC3-CE85-B2EE-50C8-A701ABE9F057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5" name="Rechteck 354">
                <a:extLst>
                  <a:ext uri="{FF2B5EF4-FFF2-40B4-BE49-F238E27FC236}">
                    <a16:creationId xmlns:a16="http://schemas.microsoft.com/office/drawing/2014/main" id="{3B97E546-EE49-F152-1E5B-23FC4D6D25BF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6" name="Rechteck 355">
                <a:extLst>
                  <a:ext uri="{FF2B5EF4-FFF2-40B4-BE49-F238E27FC236}">
                    <a16:creationId xmlns:a16="http://schemas.microsoft.com/office/drawing/2014/main" id="{952572A1-2996-DAE5-9124-FA19D9BFDB44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7" name="Rechteck 356">
                <a:extLst>
                  <a:ext uri="{FF2B5EF4-FFF2-40B4-BE49-F238E27FC236}">
                    <a16:creationId xmlns:a16="http://schemas.microsoft.com/office/drawing/2014/main" id="{E881C37F-D877-74E8-2B0C-DF92E9F35861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8" name="Rechteck 357">
                <a:extLst>
                  <a:ext uri="{FF2B5EF4-FFF2-40B4-BE49-F238E27FC236}">
                    <a16:creationId xmlns:a16="http://schemas.microsoft.com/office/drawing/2014/main" id="{328C8894-2F56-5F6E-4E54-79BD9E671273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" name="Rechteck 358">
                <a:extLst>
                  <a:ext uri="{FF2B5EF4-FFF2-40B4-BE49-F238E27FC236}">
                    <a16:creationId xmlns:a16="http://schemas.microsoft.com/office/drawing/2014/main" id="{8B9DD37A-6667-7C4F-9307-85300DB432FE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0" name="Rechteck 359">
                <a:extLst>
                  <a:ext uri="{FF2B5EF4-FFF2-40B4-BE49-F238E27FC236}">
                    <a16:creationId xmlns:a16="http://schemas.microsoft.com/office/drawing/2014/main" id="{4F04354C-8271-BC02-F842-53F3317FA9FB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1" name="Rechteck 360">
                <a:extLst>
                  <a:ext uri="{FF2B5EF4-FFF2-40B4-BE49-F238E27FC236}">
                    <a16:creationId xmlns:a16="http://schemas.microsoft.com/office/drawing/2014/main" id="{303E96E8-6F96-B44D-73E1-7D766FC0E9C9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2" name="Rechteck 361">
                <a:extLst>
                  <a:ext uri="{FF2B5EF4-FFF2-40B4-BE49-F238E27FC236}">
                    <a16:creationId xmlns:a16="http://schemas.microsoft.com/office/drawing/2014/main" id="{FAFC2B4E-FE1B-1688-42A7-145BDB00A8B5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3" name="Rechteck 362">
                <a:extLst>
                  <a:ext uri="{FF2B5EF4-FFF2-40B4-BE49-F238E27FC236}">
                    <a16:creationId xmlns:a16="http://schemas.microsoft.com/office/drawing/2014/main" id="{44E27081-C40B-9EAB-4C83-C2C34C13DD98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4" name="Rechteck 363">
                <a:extLst>
                  <a:ext uri="{FF2B5EF4-FFF2-40B4-BE49-F238E27FC236}">
                    <a16:creationId xmlns:a16="http://schemas.microsoft.com/office/drawing/2014/main" id="{4F03B453-5808-3A36-1CB2-149B544379D1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5" name="Rechteck 364">
                <a:extLst>
                  <a:ext uri="{FF2B5EF4-FFF2-40B4-BE49-F238E27FC236}">
                    <a16:creationId xmlns:a16="http://schemas.microsoft.com/office/drawing/2014/main" id="{68FC0746-B5DD-7E39-1E52-1AF12C0FB902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6" name="Rechteck 365">
                <a:extLst>
                  <a:ext uri="{FF2B5EF4-FFF2-40B4-BE49-F238E27FC236}">
                    <a16:creationId xmlns:a16="http://schemas.microsoft.com/office/drawing/2014/main" id="{4284283C-23DB-F920-BA71-8653D0245EDB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7" name="Rechteck 366">
                <a:extLst>
                  <a:ext uri="{FF2B5EF4-FFF2-40B4-BE49-F238E27FC236}">
                    <a16:creationId xmlns:a16="http://schemas.microsoft.com/office/drawing/2014/main" id="{F2097F57-625B-5F3E-8ADE-30C978B2DCEC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8" name="Rechteck 367">
                <a:extLst>
                  <a:ext uri="{FF2B5EF4-FFF2-40B4-BE49-F238E27FC236}">
                    <a16:creationId xmlns:a16="http://schemas.microsoft.com/office/drawing/2014/main" id="{88F59386-5E85-9E9A-3A68-416E336F445D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9" name="Rechteck 368">
                <a:extLst>
                  <a:ext uri="{FF2B5EF4-FFF2-40B4-BE49-F238E27FC236}">
                    <a16:creationId xmlns:a16="http://schemas.microsoft.com/office/drawing/2014/main" id="{89DA7D9B-A7E3-583A-64D2-6077B3B640EF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0" name="Rechteck 369">
                <a:extLst>
                  <a:ext uri="{FF2B5EF4-FFF2-40B4-BE49-F238E27FC236}">
                    <a16:creationId xmlns:a16="http://schemas.microsoft.com/office/drawing/2014/main" id="{249675DC-2B6B-9148-F749-9AA232F77E0B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1" name="Rechteck 370">
                <a:extLst>
                  <a:ext uri="{FF2B5EF4-FFF2-40B4-BE49-F238E27FC236}">
                    <a16:creationId xmlns:a16="http://schemas.microsoft.com/office/drawing/2014/main" id="{7D8384C8-A600-612F-AC5D-0F954F847655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2" name="Rechteck 371">
                <a:extLst>
                  <a:ext uri="{FF2B5EF4-FFF2-40B4-BE49-F238E27FC236}">
                    <a16:creationId xmlns:a16="http://schemas.microsoft.com/office/drawing/2014/main" id="{B294EBE9-6693-8EB2-9307-153355149AD0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3" name="Rechteck 372">
                <a:extLst>
                  <a:ext uri="{FF2B5EF4-FFF2-40B4-BE49-F238E27FC236}">
                    <a16:creationId xmlns:a16="http://schemas.microsoft.com/office/drawing/2014/main" id="{242F1173-CBA4-7B65-DF8A-6B51518A7941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4" name="Rechteck 373">
                <a:extLst>
                  <a:ext uri="{FF2B5EF4-FFF2-40B4-BE49-F238E27FC236}">
                    <a16:creationId xmlns:a16="http://schemas.microsoft.com/office/drawing/2014/main" id="{EB63917A-701E-D087-A59C-7949619BF357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5" name="Rechteck 374">
                <a:extLst>
                  <a:ext uri="{FF2B5EF4-FFF2-40B4-BE49-F238E27FC236}">
                    <a16:creationId xmlns:a16="http://schemas.microsoft.com/office/drawing/2014/main" id="{CB4D4CB5-CB7F-8C0C-A635-3BC58224C9CD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6" name="Rechteck 375">
                <a:extLst>
                  <a:ext uri="{FF2B5EF4-FFF2-40B4-BE49-F238E27FC236}">
                    <a16:creationId xmlns:a16="http://schemas.microsoft.com/office/drawing/2014/main" id="{CEB9FC54-9410-AC58-DCBF-BBA17402B875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" name="Rechteck 376">
                <a:extLst>
                  <a:ext uri="{FF2B5EF4-FFF2-40B4-BE49-F238E27FC236}">
                    <a16:creationId xmlns:a16="http://schemas.microsoft.com/office/drawing/2014/main" id="{0D4470AE-4BE0-570C-AFB0-5D473D878F2B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8" name="Rechteck 377">
                <a:extLst>
                  <a:ext uri="{FF2B5EF4-FFF2-40B4-BE49-F238E27FC236}">
                    <a16:creationId xmlns:a16="http://schemas.microsoft.com/office/drawing/2014/main" id="{A58A0FAB-61D5-1C62-3F29-A7C807DB18B1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9" name="Rechteck 378">
                <a:extLst>
                  <a:ext uri="{FF2B5EF4-FFF2-40B4-BE49-F238E27FC236}">
                    <a16:creationId xmlns:a16="http://schemas.microsoft.com/office/drawing/2014/main" id="{516CD379-98D5-9B6D-6FC4-10C3DB2E5834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0" name="Rechteck 379">
                <a:extLst>
                  <a:ext uri="{FF2B5EF4-FFF2-40B4-BE49-F238E27FC236}">
                    <a16:creationId xmlns:a16="http://schemas.microsoft.com/office/drawing/2014/main" id="{D5CCD280-2641-0BC7-368A-12047C7C27B0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1" name="Rechteck 380">
                <a:extLst>
                  <a:ext uri="{FF2B5EF4-FFF2-40B4-BE49-F238E27FC236}">
                    <a16:creationId xmlns:a16="http://schemas.microsoft.com/office/drawing/2014/main" id="{7C40EF89-B066-281D-C227-CAB0B630E54E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2" name="Rechteck 381">
                <a:extLst>
                  <a:ext uri="{FF2B5EF4-FFF2-40B4-BE49-F238E27FC236}">
                    <a16:creationId xmlns:a16="http://schemas.microsoft.com/office/drawing/2014/main" id="{1C3CC133-19A8-06E3-AA31-137CEDFA9FAE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3" name="Rechteck 382">
                <a:extLst>
                  <a:ext uri="{FF2B5EF4-FFF2-40B4-BE49-F238E27FC236}">
                    <a16:creationId xmlns:a16="http://schemas.microsoft.com/office/drawing/2014/main" id="{6ADD6FFD-3730-40B8-FFBF-A8FE6B57904E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4" name="Rechteck 383">
                <a:extLst>
                  <a:ext uri="{FF2B5EF4-FFF2-40B4-BE49-F238E27FC236}">
                    <a16:creationId xmlns:a16="http://schemas.microsoft.com/office/drawing/2014/main" id="{FC18D31E-8D3A-E8A5-267E-BE495CDA585B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5" name="Rechteck 384">
                <a:extLst>
                  <a:ext uri="{FF2B5EF4-FFF2-40B4-BE49-F238E27FC236}">
                    <a16:creationId xmlns:a16="http://schemas.microsoft.com/office/drawing/2014/main" id="{7D708363-7EE3-F4F1-FC9C-0E0EEE814E07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6" name="Rechteck 385">
                <a:extLst>
                  <a:ext uri="{FF2B5EF4-FFF2-40B4-BE49-F238E27FC236}">
                    <a16:creationId xmlns:a16="http://schemas.microsoft.com/office/drawing/2014/main" id="{DE3FA426-98EB-E7BA-C92B-4835751DF562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7" name="Rechteck 386">
                <a:extLst>
                  <a:ext uri="{FF2B5EF4-FFF2-40B4-BE49-F238E27FC236}">
                    <a16:creationId xmlns:a16="http://schemas.microsoft.com/office/drawing/2014/main" id="{5562C2A1-054C-4EC3-1FCB-72C6BC1B27CE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8" name="Rechteck 387">
                <a:extLst>
                  <a:ext uri="{FF2B5EF4-FFF2-40B4-BE49-F238E27FC236}">
                    <a16:creationId xmlns:a16="http://schemas.microsoft.com/office/drawing/2014/main" id="{B4AA00A2-9E1F-23CC-6B8D-C32373B241B7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9" name="Rechteck 388">
                <a:extLst>
                  <a:ext uri="{FF2B5EF4-FFF2-40B4-BE49-F238E27FC236}">
                    <a16:creationId xmlns:a16="http://schemas.microsoft.com/office/drawing/2014/main" id="{23D60495-0EFD-0648-8A40-582014D39044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0" name="Rechteck 389">
                <a:extLst>
                  <a:ext uri="{FF2B5EF4-FFF2-40B4-BE49-F238E27FC236}">
                    <a16:creationId xmlns:a16="http://schemas.microsoft.com/office/drawing/2014/main" id="{B522DFA4-E13B-BDBC-3341-3967751F9FCC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1" name="Rechteck 390">
                <a:extLst>
                  <a:ext uri="{FF2B5EF4-FFF2-40B4-BE49-F238E27FC236}">
                    <a16:creationId xmlns:a16="http://schemas.microsoft.com/office/drawing/2014/main" id="{6C8514B1-CEB0-9F49-12DF-9DA8AAA9FC2C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2" name="Rechteck 391">
                <a:extLst>
                  <a:ext uri="{FF2B5EF4-FFF2-40B4-BE49-F238E27FC236}">
                    <a16:creationId xmlns:a16="http://schemas.microsoft.com/office/drawing/2014/main" id="{C60AE6E9-A7EF-9090-D8D8-360C89FA6C1A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3" name="Rechteck 392">
                <a:extLst>
                  <a:ext uri="{FF2B5EF4-FFF2-40B4-BE49-F238E27FC236}">
                    <a16:creationId xmlns:a16="http://schemas.microsoft.com/office/drawing/2014/main" id="{C99ED11F-8349-097B-98F7-899CE137DE18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4" name="Rechteck 393">
                <a:extLst>
                  <a:ext uri="{FF2B5EF4-FFF2-40B4-BE49-F238E27FC236}">
                    <a16:creationId xmlns:a16="http://schemas.microsoft.com/office/drawing/2014/main" id="{D83A23BE-A977-420D-6E2B-532F9B59E7F4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5" name="Rechteck 394">
                <a:extLst>
                  <a:ext uri="{FF2B5EF4-FFF2-40B4-BE49-F238E27FC236}">
                    <a16:creationId xmlns:a16="http://schemas.microsoft.com/office/drawing/2014/main" id="{FBB66EE2-B5CC-E144-B358-3888BC84764E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6" name="Rechteck 395">
                <a:extLst>
                  <a:ext uri="{FF2B5EF4-FFF2-40B4-BE49-F238E27FC236}">
                    <a16:creationId xmlns:a16="http://schemas.microsoft.com/office/drawing/2014/main" id="{C3BFD31F-7776-D720-E11F-333DAFF3067A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7" name="Rechteck 396">
                <a:extLst>
                  <a:ext uri="{FF2B5EF4-FFF2-40B4-BE49-F238E27FC236}">
                    <a16:creationId xmlns:a16="http://schemas.microsoft.com/office/drawing/2014/main" id="{D513D430-D81E-2F8B-8954-778ACBA11612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8" name="Rechteck 397">
                <a:extLst>
                  <a:ext uri="{FF2B5EF4-FFF2-40B4-BE49-F238E27FC236}">
                    <a16:creationId xmlns:a16="http://schemas.microsoft.com/office/drawing/2014/main" id="{008486C3-FE80-8FA8-681D-539EFDF91C7A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9" name="Rechteck 398">
                <a:extLst>
                  <a:ext uri="{FF2B5EF4-FFF2-40B4-BE49-F238E27FC236}">
                    <a16:creationId xmlns:a16="http://schemas.microsoft.com/office/drawing/2014/main" id="{DC3D23B9-0EA5-E4BE-8CE2-9D6A39C66E25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0" name="Rechteck 399">
                <a:extLst>
                  <a:ext uri="{FF2B5EF4-FFF2-40B4-BE49-F238E27FC236}">
                    <a16:creationId xmlns:a16="http://schemas.microsoft.com/office/drawing/2014/main" id="{8586DB95-F903-AF8A-5482-5535BCA3D083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1" name="Rechteck 400">
                <a:extLst>
                  <a:ext uri="{FF2B5EF4-FFF2-40B4-BE49-F238E27FC236}">
                    <a16:creationId xmlns:a16="http://schemas.microsoft.com/office/drawing/2014/main" id="{B1F9FD0D-E5A6-7D94-4E1D-9B6C56F8CC4C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2" name="Rechteck 401">
                <a:extLst>
                  <a:ext uri="{FF2B5EF4-FFF2-40B4-BE49-F238E27FC236}">
                    <a16:creationId xmlns:a16="http://schemas.microsoft.com/office/drawing/2014/main" id="{B631BF75-6EA4-70EF-0452-B03FA0D26ADE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36" name="Textfeld 435">
            <a:extLst>
              <a:ext uri="{FF2B5EF4-FFF2-40B4-BE49-F238E27FC236}">
                <a16:creationId xmlns:a16="http://schemas.microsoft.com/office/drawing/2014/main" id="{ACF7E83E-BBAB-04D1-2E92-43866322BD70}"/>
              </a:ext>
            </a:extLst>
          </p:cNvPr>
          <p:cNvSpPr txBox="1"/>
          <p:nvPr/>
        </p:nvSpPr>
        <p:spPr>
          <a:xfrm>
            <a:off x="-1713476" y="-2230033"/>
            <a:ext cx="2280000" cy="227794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sp>
        <p:nvSpPr>
          <p:cNvPr id="437" name="Textfeld 436">
            <a:extLst>
              <a:ext uri="{FF2B5EF4-FFF2-40B4-BE49-F238E27FC236}">
                <a16:creationId xmlns:a16="http://schemas.microsoft.com/office/drawing/2014/main" id="{4FAFB980-0BEB-3F35-ADBD-4281008D3F2A}"/>
              </a:ext>
            </a:extLst>
          </p:cNvPr>
          <p:cNvSpPr txBox="1"/>
          <p:nvPr/>
        </p:nvSpPr>
        <p:spPr>
          <a:xfrm>
            <a:off x="11971963" y="2316643"/>
            <a:ext cx="2280000" cy="227241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sp>
        <p:nvSpPr>
          <p:cNvPr id="438" name="Textfeld 437">
            <a:extLst>
              <a:ext uri="{FF2B5EF4-FFF2-40B4-BE49-F238E27FC236}">
                <a16:creationId xmlns:a16="http://schemas.microsoft.com/office/drawing/2014/main" id="{22BEE756-AD31-A121-4EB0-1E9E8FDBA08A}"/>
              </a:ext>
            </a:extLst>
          </p:cNvPr>
          <p:cNvSpPr txBox="1"/>
          <p:nvPr/>
        </p:nvSpPr>
        <p:spPr>
          <a:xfrm>
            <a:off x="566524" y="4603816"/>
            <a:ext cx="2280000" cy="22631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♞</a:t>
            </a:r>
          </a:p>
        </p:txBody>
      </p:sp>
      <p:sp>
        <p:nvSpPr>
          <p:cNvPr id="439" name="Textfeld 438">
            <a:extLst>
              <a:ext uri="{FF2B5EF4-FFF2-40B4-BE49-F238E27FC236}">
                <a16:creationId xmlns:a16="http://schemas.microsoft.com/office/drawing/2014/main" id="{2764F1CF-ED6C-4710-9B49-7C5D601CA406}"/>
              </a:ext>
            </a:extLst>
          </p:cNvPr>
          <p:cNvSpPr txBox="1"/>
          <p:nvPr/>
        </p:nvSpPr>
        <p:spPr>
          <a:xfrm>
            <a:off x="7406524" y="2316644"/>
            <a:ext cx="2280000" cy="227241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sp>
        <p:nvSpPr>
          <p:cNvPr id="440" name="Textfeld 439">
            <a:extLst>
              <a:ext uri="{FF2B5EF4-FFF2-40B4-BE49-F238E27FC236}">
                <a16:creationId xmlns:a16="http://schemas.microsoft.com/office/drawing/2014/main" id="{7EAFCA28-F0FF-0BED-20C7-24BDC8A492FA}"/>
              </a:ext>
            </a:extLst>
          </p:cNvPr>
          <p:cNvSpPr txBox="1"/>
          <p:nvPr/>
        </p:nvSpPr>
        <p:spPr>
          <a:xfrm>
            <a:off x="9691963" y="2325867"/>
            <a:ext cx="2280000" cy="226318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latin typeface="Arial" panose="020B0604020202020204" pitchFamily="34" charset="0"/>
                <a:cs typeface="Arial" panose="020B0604020202020204" pitchFamily="34" charset="0"/>
              </a:rPr>
              <a:t>♛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F3A7D412-3E57-F508-8B84-66A8A95DF528}"/>
              </a:ext>
            </a:extLst>
          </p:cNvPr>
          <p:cNvGrpSpPr/>
          <p:nvPr/>
        </p:nvGrpSpPr>
        <p:grpSpPr>
          <a:xfrm>
            <a:off x="186005" y="416789"/>
            <a:ext cx="9360001" cy="6120006"/>
            <a:chOff x="5276538" y="569626"/>
            <a:chExt cx="6535711" cy="5960379"/>
          </a:xfrm>
        </p:grpSpPr>
        <p:sp>
          <p:nvSpPr>
            <p:cNvPr id="3" name="Abgerundetes Rechteck 2">
              <a:extLst>
                <a:ext uri="{FF2B5EF4-FFF2-40B4-BE49-F238E27FC236}">
                  <a16:creationId xmlns:a16="http://schemas.microsoft.com/office/drawing/2014/main" id="{BC5C51E9-B81D-3215-D8C5-7D556E97352A}"/>
                </a:ext>
              </a:extLst>
            </p:cNvPr>
            <p:cNvSpPr/>
            <p:nvPr/>
          </p:nvSpPr>
          <p:spPr>
            <a:xfrm>
              <a:off x="5276538" y="569626"/>
              <a:ext cx="6535711" cy="596037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AC13F82D-1A90-C37E-58C7-A1F0027017D9}"/>
                </a:ext>
              </a:extLst>
            </p:cNvPr>
            <p:cNvSpPr txBox="1"/>
            <p:nvPr/>
          </p:nvSpPr>
          <p:spPr>
            <a:xfrm>
              <a:off x="7187783" y="805048"/>
              <a:ext cx="27132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Progress so Far</a:t>
              </a:r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B7A93DAB-1CF4-82AD-5A05-7A58E41D37ED}"/>
                </a:ext>
              </a:extLst>
            </p:cNvPr>
            <p:cNvSpPr txBox="1"/>
            <p:nvPr/>
          </p:nvSpPr>
          <p:spPr>
            <a:xfrm>
              <a:off x="5537692" y="2255835"/>
              <a:ext cx="6013400" cy="26078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dirty="0">
                  <a:effectLst/>
                </a:rPr>
                <a:t>• </a:t>
              </a:r>
              <a:r>
                <a:rPr lang="de-DE" sz="2800" dirty="0" err="1">
                  <a:effectLst/>
                </a:rPr>
                <a:t>chess_ml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library</a:t>
              </a:r>
              <a:r>
                <a:rPr lang="de-DE" sz="2800" dirty="0">
                  <a:effectLst/>
                </a:rPr>
                <a:t>:</a:t>
              </a:r>
            </a:p>
            <a:p>
              <a:r>
                <a:rPr lang="de-DE" sz="2800" dirty="0">
                  <a:effectLst/>
                </a:rPr>
                <a:t>    • interface </a:t>
              </a:r>
              <a:r>
                <a:rPr lang="de-DE" sz="2800" dirty="0" err="1">
                  <a:effectLst/>
                </a:rPr>
                <a:t>environment</a:t>
              </a:r>
              <a:r>
                <a:rPr lang="de-DE" sz="2800" dirty="0">
                  <a:effectLst/>
                </a:rPr>
                <a:t> &lt;-&gt; </a:t>
              </a:r>
              <a:r>
                <a:rPr lang="de-DE" sz="2800" dirty="0" err="1">
                  <a:effectLst/>
                </a:rPr>
                <a:t>neural</a:t>
              </a:r>
              <a:r>
                <a:rPr lang="de-DE" sz="2800" dirty="0"/>
                <a:t> </a:t>
              </a:r>
              <a:r>
                <a:rPr lang="de-DE" sz="2800" dirty="0">
                  <a:effectLst/>
                </a:rPr>
                <a:t>network</a:t>
              </a:r>
            </a:p>
            <a:p>
              <a:r>
                <a:rPr lang="de-DE" sz="2800" dirty="0">
                  <a:effectLst/>
                </a:rPr>
                <a:t>    • </a:t>
              </a:r>
              <a:r>
                <a:rPr lang="de-DE" sz="2800" dirty="0" err="1">
                  <a:effectLst/>
                </a:rPr>
                <a:t>imitation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learning</a:t>
              </a:r>
              <a:r>
                <a:rPr lang="de-DE" sz="2800" dirty="0">
                  <a:effectLst/>
                </a:rPr>
                <a:t>: </a:t>
              </a:r>
              <a:r>
                <a:rPr lang="de-DE" sz="2800" dirty="0" err="1">
                  <a:effectLst/>
                </a:rPr>
                <a:t>data</a:t>
              </a:r>
              <a:r>
                <a:rPr lang="de-DE" sz="2800" dirty="0"/>
                <a:t> </a:t>
              </a:r>
              <a:r>
                <a:rPr lang="de-DE" sz="2800" dirty="0" err="1">
                  <a:effectLst/>
                </a:rPr>
                <a:t>preprocessing</a:t>
              </a:r>
              <a:r>
                <a:rPr lang="de-DE" sz="2800" dirty="0">
                  <a:effectLst/>
                </a:rPr>
                <a:t>, etc.</a:t>
              </a:r>
            </a:p>
            <a:p>
              <a:r>
                <a:rPr lang="de-DE" sz="2800" dirty="0">
                  <a:effectLst/>
                </a:rPr>
                <a:t>    • </a:t>
              </a:r>
              <a:r>
                <a:rPr lang="de-DE" sz="2800" dirty="0" err="1">
                  <a:effectLst/>
                </a:rPr>
                <a:t>reinforcement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learning</a:t>
              </a:r>
              <a:r>
                <a:rPr lang="de-DE" sz="2800" dirty="0">
                  <a:effectLst/>
                </a:rPr>
                <a:t>: extensible </a:t>
              </a:r>
              <a:r>
                <a:rPr lang="de-DE" sz="2800" dirty="0" err="1">
                  <a:effectLst/>
                </a:rPr>
                <a:t>rewards</a:t>
              </a:r>
              <a:r>
                <a:rPr lang="de-DE" sz="2800" dirty="0">
                  <a:effectLst/>
                </a:rPr>
                <a:t>, etc.</a:t>
              </a:r>
            </a:p>
            <a:p>
              <a:endParaRPr lang="de-DE" sz="2800" dirty="0">
                <a:effectLst/>
              </a:endParaRPr>
            </a:p>
            <a:p>
              <a:r>
                <a:rPr lang="de-DE" sz="2800" dirty="0">
                  <a:effectLst/>
                </a:rPr>
                <a:t>• </a:t>
              </a:r>
              <a:r>
                <a:rPr lang="de-DE" sz="2800" dirty="0" err="1">
                  <a:effectLst/>
                </a:rPr>
                <a:t>access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to</a:t>
              </a:r>
              <a:r>
                <a:rPr lang="de-DE" sz="2800" dirty="0">
                  <a:effectLst/>
                </a:rPr>
                <a:t> SC and </a:t>
              </a:r>
              <a:r>
                <a:rPr lang="de-DE" sz="2800" dirty="0" err="1">
                  <a:effectLst/>
                </a:rPr>
                <a:t>trained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imitation</a:t>
              </a:r>
              <a:r>
                <a:rPr lang="de-DE" sz="2800" dirty="0"/>
                <a:t> </a:t>
              </a:r>
              <a:r>
                <a:rPr lang="de-DE" sz="2800" dirty="0" err="1">
                  <a:effectLst/>
                </a:rPr>
                <a:t>model</a:t>
              </a:r>
              <a:endParaRPr lang="de-DE" sz="2800" dirty="0">
                <a:effectLst/>
              </a:endParaRPr>
            </a:p>
          </p:txBody>
        </p:sp>
      </p:grpSp>
      <p:grpSp>
        <p:nvGrpSpPr>
          <p:cNvPr id="447" name="Gruppieren 446">
            <a:extLst>
              <a:ext uri="{FF2B5EF4-FFF2-40B4-BE49-F238E27FC236}">
                <a16:creationId xmlns:a16="http://schemas.microsoft.com/office/drawing/2014/main" id="{7CF6F341-CE96-2E5A-08FC-3D5B4EAAA59E}"/>
              </a:ext>
            </a:extLst>
          </p:cNvPr>
          <p:cNvGrpSpPr/>
          <p:nvPr/>
        </p:nvGrpSpPr>
        <p:grpSpPr>
          <a:xfrm>
            <a:off x="186005" y="416792"/>
            <a:ext cx="9360001" cy="6120003"/>
            <a:chOff x="186005" y="416792"/>
            <a:chExt cx="9360001" cy="6120003"/>
          </a:xfrm>
        </p:grpSpPr>
        <p:grpSp>
          <p:nvGrpSpPr>
            <p:cNvPr id="113" name="Gruppieren 112">
              <a:extLst>
                <a:ext uri="{FF2B5EF4-FFF2-40B4-BE49-F238E27FC236}">
                  <a16:creationId xmlns:a16="http://schemas.microsoft.com/office/drawing/2014/main" id="{000BD603-67F8-10EF-D84D-7CEFFB302BFF}"/>
                </a:ext>
              </a:extLst>
            </p:cNvPr>
            <p:cNvGrpSpPr/>
            <p:nvPr/>
          </p:nvGrpSpPr>
          <p:grpSpPr>
            <a:xfrm>
              <a:off x="186005" y="416792"/>
              <a:ext cx="9360001" cy="6120003"/>
              <a:chOff x="5276538" y="569626"/>
              <a:chExt cx="6535711" cy="5960379"/>
            </a:xfrm>
          </p:grpSpPr>
          <p:sp>
            <p:nvSpPr>
              <p:cNvPr id="114" name="Abgerundetes Rechteck 113">
                <a:extLst>
                  <a:ext uri="{FF2B5EF4-FFF2-40B4-BE49-F238E27FC236}">
                    <a16:creationId xmlns:a16="http://schemas.microsoft.com/office/drawing/2014/main" id="{080247F5-0579-7EE5-1F95-B977518947BA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Textfeld 114">
                <a:extLst>
                  <a:ext uri="{FF2B5EF4-FFF2-40B4-BE49-F238E27FC236}">
                    <a16:creationId xmlns:a16="http://schemas.microsoft.com/office/drawing/2014/main" id="{E9668A9E-1686-23C2-F724-AF942E9FCF75}"/>
                  </a:ext>
                </a:extLst>
              </p:cNvPr>
              <p:cNvSpPr txBox="1"/>
              <p:nvPr/>
            </p:nvSpPr>
            <p:spPr>
              <a:xfrm>
                <a:off x="7187783" y="805048"/>
                <a:ext cx="2713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Imitation Model</a:t>
                </a:r>
              </a:p>
            </p:txBody>
          </p:sp>
          <p:sp>
            <p:nvSpPr>
              <p:cNvPr id="116" name="Textfeld 115">
                <a:extLst>
                  <a:ext uri="{FF2B5EF4-FFF2-40B4-BE49-F238E27FC236}">
                    <a16:creationId xmlns:a16="http://schemas.microsoft.com/office/drawing/2014/main" id="{502E2E86-F6CC-98BA-DDE2-A6302A97CCE2}"/>
                  </a:ext>
                </a:extLst>
              </p:cNvPr>
              <p:cNvSpPr txBox="1"/>
              <p:nvPr/>
            </p:nvSpPr>
            <p:spPr>
              <a:xfrm>
                <a:off x="5703830" y="1402381"/>
                <a:ext cx="567024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400" dirty="0" err="1">
                    <a:effectLst/>
                  </a:rPr>
                  <a:t>Trained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model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with</a:t>
                </a:r>
                <a:r>
                  <a:rPr lang="de-DE" sz="2400" dirty="0">
                    <a:effectLst/>
                  </a:rPr>
                  <a:t> ~75% </a:t>
                </a:r>
                <a:r>
                  <a:rPr lang="de-DE" sz="2400" dirty="0" err="1">
                    <a:effectLst/>
                  </a:rPr>
                  <a:t>move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accuracy</a:t>
                </a:r>
                <a:r>
                  <a:rPr lang="de-DE" sz="2400" dirty="0">
                    <a:effectLst/>
                  </a:rPr>
                  <a:t> in </a:t>
                </a:r>
                <a:r>
                  <a:rPr lang="de-DE" sz="2400" dirty="0" err="1">
                    <a:effectLst/>
                  </a:rPr>
                  <a:t>test</a:t>
                </a:r>
                <a:r>
                  <a:rPr lang="de-DE" sz="2400" dirty="0">
                    <a:effectLst/>
                  </a:rPr>
                  <a:t>/</a:t>
                </a:r>
                <a:r>
                  <a:rPr lang="de-DE" sz="2400" dirty="0" err="1">
                    <a:effectLst/>
                  </a:rPr>
                  <a:t>validation</a:t>
                </a:r>
                <a:r>
                  <a:rPr lang="de-DE" sz="2400" dirty="0">
                    <a:effectLst/>
                  </a:rPr>
                  <a:t>:</a:t>
                </a:r>
              </a:p>
            </p:txBody>
          </p:sp>
        </p:grpSp>
        <p:pic>
          <p:nvPicPr>
            <p:cNvPr id="446" name="Grafik 445">
              <a:extLst>
                <a:ext uri="{FF2B5EF4-FFF2-40B4-BE49-F238E27FC236}">
                  <a16:creationId xmlns:a16="http://schemas.microsoft.com/office/drawing/2014/main" id="{64D8FE84-6712-B72F-944A-53043E54F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79804" y="1971604"/>
              <a:ext cx="7772400" cy="41947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772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6C5DD21-8D3D-1CD3-62F4-4FE645B10350}"/>
              </a:ext>
            </a:extLst>
          </p:cNvPr>
          <p:cNvGrpSpPr/>
          <p:nvPr/>
        </p:nvGrpSpPr>
        <p:grpSpPr>
          <a:xfrm>
            <a:off x="-5128037" y="-7943357"/>
            <a:ext cx="20520000" cy="20520000"/>
            <a:chOff x="2856000" y="183168"/>
            <a:chExt cx="6480000" cy="6485832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86868810-1380-181A-F976-D6EE22AE0719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F0A0F860-6741-7DC7-366A-73D58FA59383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A55BE214-2143-9DBB-3685-874C1393A8F8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6D36A2B9-1042-E6B9-B17F-0D23E83252DC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9B1FC34D-13FE-F21C-A703-86EEB8D2BBAC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C0312F37-747F-9747-3CA8-927C1A53068A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7F388707-20EF-D0D4-80DE-A787B02343BE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29706C26-E195-EA08-2488-227FCD1A2AE2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63515A3D-104A-1E00-BB30-951BA696F940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1BBBED00-EA64-67FE-DBC6-EA095DC54F37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7036B56C-E8D0-69F8-4D1B-B755B5AA1690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8A384C33-EB9E-BEDD-7122-7DC968759F7C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D6B8E93D-8EBC-17BE-0041-6990DE2A23BA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E6B8F67-2E8C-5592-130E-BC0E37BD9F8B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BDD8D72E-1DD9-174C-ED38-4D927243802F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403F40FB-2D3A-F9E9-E42E-7501A825C2E6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A9846445-644B-A5E4-2AAC-FEDEC017542F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2123A8B5-EE82-CB2F-B3D6-20BA567B8137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DB0C12D4-B2A3-9522-3344-BE6AC4359EC7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C54619D4-B65A-CAD4-DAB2-9540262A15D0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9C1844DA-B2BA-6946-D0CB-48A232CBA6F8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B1F6E8C3-86B1-CAF9-7962-35DD33B19623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DAC51F65-3A54-92FF-07F6-46D3E71973E8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25586E95-A933-B001-8B28-8FA2B0173D43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34F907F7-1CB2-067B-560A-9B1CE984F24E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FF5168E4-34A7-5536-7A39-6A13EF71213E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3F05F9BB-6EC4-BABE-92C5-19F5C20E2D75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2DA35E39-B130-27CD-E1B4-471BF7BE2FDE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F7358D0A-EEDF-A203-B799-3ED5B056E309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6D27E8DA-3B14-65D6-2F90-234FE8AEDC9B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758DA172-6B71-6E9B-2280-ADB6F6C5DE7E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3E111E5F-DD9B-AAC5-4EAD-3E30CD924C10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2C0E6521-17EF-83D9-8806-C08277D692F1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286CE3B8-8D66-CE5E-9097-27AFCB0A5CFD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BC64827-2366-7CAA-2339-AC6682523015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0E1A4C6A-9423-8B45-12E8-79DEC06B87DD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53B16FAF-AAA5-5534-81E9-12A531CCC826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C17E5C34-D302-39A8-4AD6-3851020705A3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1706C2A1-23B8-A01E-A0A0-F7DA9E3EB8F6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EFA9016B-2B58-8C05-9421-C3BE76718D6D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9088FFBC-06B6-16E1-8583-7FBBC233734C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FCE85D0D-0EB8-BB75-085B-94F0CDD5EEB6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FFC409D3-B6E0-30D4-AD09-6E6ED376ADD6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hteck 13">
                <a:extLst>
                  <a:ext uri="{FF2B5EF4-FFF2-40B4-BE49-F238E27FC236}">
                    <a16:creationId xmlns:a16="http://schemas.microsoft.com/office/drawing/2014/main" id="{BD3C1EEE-7F4D-938E-3DE1-B3FDCFC80921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3B75DE60-8E5A-6401-7BAC-1C88BB22BA67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87CC9FCE-380C-539C-C136-89B4967E7C0B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AC85A7D1-F443-C635-E98E-57196F54967C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E6F3F312-4B88-D219-AE32-7EBF3F3564B9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D985B27D-EA30-A2E1-66A2-FBACDA3D3E3D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08D1A9B3-18CB-B8B3-933D-51C97C86E51C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76FC813C-9491-416D-0842-447A16B3A201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F7340945-F2F0-F003-FFF6-BF0E63BEB7E2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F1F8ABB8-DC6E-4AEE-6CB3-40F8F1F97ABD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F17531FB-67E6-8F7E-4AA6-DA4CCBF29DA2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D6DFEF24-C738-A758-124C-39A4854227D7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C6DAEFA8-2045-269F-F0C5-C71ACC89C48D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5AB5D222-0B50-2354-0D04-852119D1E0D7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5DB31B53-BA8A-2CE5-0BA4-C4DCDF9EA2CA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FB5BC67B-0F03-7F0F-948C-6FB7B743C3AB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4056F70E-FF94-9E47-7153-D4DBDBAE40DD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ECA94949-7457-7055-6FE6-3824E189C3B8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479F269F-76A6-C0E3-C555-EAD73EABC492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28677284-F69F-FC94-B40E-D18864CBD6AA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9E3E19AC-A3FA-BC64-7A39-9DF69990BBBF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AA291A02-ABF9-1EC9-8056-33321456A1D1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0067F39E-CDFB-8AE9-345E-9AFF689CC35C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0CE75BB7-DCB8-A170-7383-DE08AF14AE71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E0297708-D690-C5A7-4847-BE82BF45BABA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7C80FA83-7EDD-8CE9-6C78-DB7EAA13DBA9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DABB039A-7062-EABE-165E-3BFBF75627AF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06003D34-9692-7C72-B419-4D2CB8D38070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AEA10B22-76AD-EC45-81CC-39D536FC56C6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4C6B565E-002B-D479-78A9-7C4BD0CD884B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FA9FB750-4F48-6AFD-3860-3B631B85FFCC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9A9A8110-3724-06D9-B402-608CA1DE5794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B6FE0B60-2A1C-557A-6D28-449B572A887F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E6F324FB-283D-D98B-991D-639D20407413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hteck 47">
                <a:extLst>
                  <a:ext uri="{FF2B5EF4-FFF2-40B4-BE49-F238E27FC236}">
                    <a16:creationId xmlns:a16="http://schemas.microsoft.com/office/drawing/2014/main" id="{913D8CC8-9BD8-0704-8BEE-934DBBC213AA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94D20B59-E5BD-E02A-99E8-BE1DEC2728C1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hteck 49">
                <a:extLst>
                  <a:ext uri="{FF2B5EF4-FFF2-40B4-BE49-F238E27FC236}">
                    <a16:creationId xmlns:a16="http://schemas.microsoft.com/office/drawing/2014/main" id="{C791D596-57B8-627C-5BDA-9D0719B85DF8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hteck 50">
                <a:extLst>
                  <a:ext uri="{FF2B5EF4-FFF2-40B4-BE49-F238E27FC236}">
                    <a16:creationId xmlns:a16="http://schemas.microsoft.com/office/drawing/2014/main" id="{970BD8E1-843B-4EB2-39F5-DD108C19DB92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2BACC614-E4CF-FA5B-65F2-9EB9EE449CAD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hteck 52">
                <a:extLst>
                  <a:ext uri="{FF2B5EF4-FFF2-40B4-BE49-F238E27FC236}">
                    <a16:creationId xmlns:a16="http://schemas.microsoft.com/office/drawing/2014/main" id="{69E69FFC-9289-855D-3F3F-A944E8204C8E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hteck 53">
                <a:extLst>
                  <a:ext uri="{FF2B5EF4-FFF2-40B4-BE49-F238E27FC236}">
                    <a16:creationId xmlns:a16="http://schemas.microsoft.com/office/drawing/2014/main" id="{72F4528C-721B-ABDC-23FF-1987D982A2CC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292D907D-29AF-73AB-2E7D-65182203C7FA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hteck 55">
                <a:extLst>
                  <a:ext uri="{FF2B5EF4-FFF2-40B4-BE49-F238E27FC236}">
                    <a16:creationId xmlns:a16="http://schemas.microsoft.com/office/drawing/2014/main" id="{2E78A0A4-6389-DF80-39CC-6815E955A5EF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hteck 56">
                <a:extLst>
                  <a:ext uri="{FF2B5EF4-FFF2-40B4-BE49-F238E27FC236}">
                    <a16:creationId xmlns:a16="http://schemas.microsoft.com/office/drawing/2014/main" id="{8309C323-7B0F-B5B6-1725-B1334DE775A0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hteck 57">
                <a:extLst>
                  <a:ext uri="{FF2B5EF4-FFF2-40B4-BE49-F238E27FC236}">
                    <a16:creationId xmlns:a16="http://schemas.microsoft.com/office/drawing/2014/main" id="{330BEAD6-2F39-CD3D-A99F-503EE7716E73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hteck 58">
                <a:extLst>
                  <a:ext uri="{FF2B5EF4-FFF2-40B4-BE49-F238E27FC236}">
                    <a16:creationId xmlns:a16="http://schemas.microsoft.com/office/drawing/2014/main" id="{D902C8D8-13D0-07A6-43B5-7661F3400C7A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4B028D3E-589A-5856-45A0-620D9EA7431F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85ABC4FC-4E65-F005-5B48-1F0AE44966DB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675AC87B-AA3C-073D-685E-070250B021F9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E081357C-3FDE-B9A1-9E8D-25D99CE36854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19EF41FF-C2AA-08F0-8E65-7CF52B3F0F9F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FF322639-793B-97CD-7941-2F9F230988D1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20896529-57EE-6A5E-78D9-FCA3D6002930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61350A6C-A0E4-8D24-E618-690431D429C4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DBD4F243-BE25-C3BB-48CB-AAE927BB194B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317DB000-FAF1-F86D-39B4-123F29113CB0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8D2DB2B0-20F3-A78C-94CB-2757DE66462B}"/>
              </a:ext>
            </a:extLst>
          </p:cNvPr>
          <p:cNvSpPr txBox="1"/>
          <p:nvPr/>
        </p:nvSpPr>
        <p:spPr>
          <a:xfrm>
            <a:off x="-1713476" y="-2230033"/>
            <a:ext cx="2280000" cy="227794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17D986A5-5276-09E0-2382-B04C087C0B75}"/>
              </a:ext>
            </a:extLst>
          </p:cNvPr>
          <p:cNvSpPr txBox="1"/>
          <p:nvPr/>
        </p:nvSpPr>
        <p:spPr>
          <a:xfrm>
            <a:off x="11971963" y="2316643"/>
            <a:ext cx="2280000" cy="227241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4D09760B-8B6F-7025-281E-64131EA179D0}"/>
              </a:ext>
            </a:extLst>
          </p:cNvPr>
          <p:cNvSpPr txBox="1"/>
          <p:nvPr/>
        </p:nvSpPr>
        <p:spPr>
          <a:xfrm>
            <a:off x="566524" y="4603816"/>
            <a:ext cx="2280000" cy="226319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♞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9F4B673D-3226-EAFF-2EDC-542C7C1CC844}"/>
              </a:ext>
            </a:extLst>
          </p:cNvPr>
          <p:cNvSpPr txBox="1"/>
          <p:nvPr/>
        </p:nvSpPr>
        <p:spPr>
          <a:xfrm>
            <a:off x="7406524" y="2316644"/>
            <a:ext cx="2280000" cy="227241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F9412043-7311-F65C-1D4D-97E55E53B81F}"/>
              </a:ext>
            </a:extLst>
          </p:cNvPr>
          <p:cNvSpPr txBox="1"/>
          <p:nvPr/>
        </p:nvSpPr>
        <p:spPr>
          <a:xfrm>
            <a:off x="9691963" y="2325867"/>
            <a:ext cx="2280000" cy="226318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8000" dirty="0">
                <a:latin typeface="Arial" panose="020B0604020202020204" pitchFamily="34" charset="0"/>
                <a:cs typeface="Arial" panose="020B0604020202020204" pitchFamily="34" charset="0"/>
              </a:rPr>
              <a:t>♛</a:t>
            </a:r>
          </a:p>
        </p:txBody>
      </p: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6A53A58E-9C55-74A9-81C7-9CCC9A4A5F32}"/>
              </a:ext>
            </a:extLst>
          </p:cNvPr>
          <p:cNvGrpSpPr/>
          <p:nvPr/>
        </p:nvGrpSpPr>
        <p:grpSpPr>
          <a:xfrm>
            <a:off x="186005" y="416792"/>
            <a:ext cx="9360001" cy="6120003"/>
            <a:chOff x="186005" y="416792"/>
            <a:chExt cx="9360001" cy="6120003"/>
          </a:xfrm>
        </p:grpSpPr>
        <p:grpSp>
          <p:nvGrpSpPr>
            <p:cNvPr id="104" name="Gruppieren 103">
              <a:extLst>
                <a:ext uri="{FF2B5EF4-FFF2-40B4-BE49-F238E27FC236}">
                  <a16:creationId xmlns:a16="http://schemas.microsoft.com/office/drawing/2014/main" id="{1082550F-9B12-EE08-4AD7-2B94586239B9}"/>
                </a:ext>
              </a:extLst>
            </p:cNvPr>
            <p:cNvGrpSpPr/>
            <p:nvPr/>
          </p:nvGrpSpPr>
          <p:grpSpPr>
            <a:xfrm>
              <a:off x="186005" y="416792"/>
              <a:ext cx="9360001" cy="6120003"/>
              <a:chOff x="5276538" y="569626"/>
              <a:chExt cx="6535711" cy="5960379"/>
            </a:xfrm>
          </p:grpSpPr>
          <p:sp>
            <p:nvSpPr>
              <p:cNvPr id="106" name="Abgerundetes Rechteck 105">
                <a:extLst>
                  <a:ext uri="{FF2B5EF4-FFF2-40B4-BE49-F238E27FC236}">
                    <a16:creationId xmlns:a16="http://schemas.microsoft.com/office/drawing/2014/main" id="{041A3B03-548B-9BEA-E41F-80208494D249}"/>
                  </a:ext>
                </a:extLst>
              </p:cNvPr>
              <p:cNvSpPr/>
              <p:nvPr/>
            </p:nvSpPr>
            <p:spPr>
              <a:xfrm>
                <a:off x="5276538" y="569626"/>
                <a:ext cx="6535711" cy="5960379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6FA1E9EF-A05E-51D7-C4BD-E418CC2A1587}"/>
                  </a:ext>
                </a:extLst>
              </p:cNvPr>
              <p:cNvSpPr txBox="1"/>
              <p:nvPr/>
            </p:nvSpPr>
            <p:spPr>
              <a:xfrm>
                <a:off x="7187783" y="805048"/>
                <a:ext cx="27132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Imitation Model</a:t>
                </a:r>
              </a:p>
            </p:txBody>
          </p:sp>
          <p:sp>
            <p:nvSpPr>
              <p:cNvPr id="111" name="Textfeld 110">
                <a:extLst>
                  <a:ext uri="{FF2B5EF4-FFF2-40B4-BE49-F238E27FC236}">
                    <a16:creationId xmlns:a16="http://schemas.microsoft.com/office/drawing/2014/main" id="{A00A1BD5-AB86-CC78-A6EB-D7A31BC02DB6}"/>
                  </a:ext>
                </a:extLst>
              </p:cNvPr>
              <p:cNvSpPr txBox="1"/>
              <p:nvPr/>
            </p:nvSpPr>
            <p:spPr>
              <a:xfrm>
                <a:off x="5703830" y="1402381"/>
                <a:ext cx="567024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400" dirty="0" err="1">
                    <a:effectLst/>
                  </a:rPr>
                  <a:t>Trained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model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with</a:t>
                </a:r>
                <a:r>
                  <a:rPr lang="de-DE" sz="2400" dirty="0">
                    <a:effectLst/>
                  </a:rPr>
                  <a:t> ~75% </a:t>
                </a:r>
                <a:r>
                  <a:rPr lang="de-DE" sz="2400" dirty="0" err="1">
                    <a:effectLst/>
                  </a:rPr>
                  <a:t>move</a:t>
                </a:r>
                <a:r>
                  <a:rPr lang="de-DE" sz="2400" dirty="0">
                    <a:effectLst/>
                  </a:rPr>
                  <a:t> </a:t>
                </a:r>
                <a:r>
                  <a:rPr lang="de-DE" sz="2400" dirty="0" err="1">
                    <a:effectLst/>
                  </a:rPr>
                  <a:t>accuracy</a:t>
                </a:r>
                <a:r>
                  <a:rPr lang="de-DE" sz="2400" dirty="0">
                    <a:effectLst/>
                  </a:rPr>
                  <a:t> in </a:t>
                </a:r>
                <a:r>
                  <a:rPr lang="de-DE" sz="2400" dirty="0" err="1">
                    <a:effectLst/>
                  </a:rPr>
                  <a:t>test</a:t>
                </a:r>
                <a:r>
                  <a:rPr lang="de-DE" sz="2400" dirty="0">
                    <a:effectLst/>
                  </a:rPr>
                  <a:t>/</a:t>
                </a:r>
                <a:r>
                  <a:rPr lang="de-DE" sz="2400" dirty="0" err="1">
                    <a:effectLst/>
                  </a:rPr>
                  <a:t>validation</a:t>
                </a:r>
                <a:r>
                  <a:rPr lang="de-DE" sz="2400" dirty="0">
                    <a:effectLst/>
                  </a:rPr>
                  <a:t>:</a:t>
                </a:r>
              </a:p>
            </p:txBody>
          </p:sp>
        </p:grpSp>
        <p:pic>
          <p:nvPicPr>
            <p:cNvPr id="105" name="Grafik 104">
              <a:extLst>
                <a:ext uri="{FF2B5EF4-FFF2-40B4-BE49-F238E27FC236}">
                  <a16:creationId xmlns:a16="http://schemas.microsoft.com/office/drawing/2014/main" id="{10C0A282-187F-189C-1088-3830DB28A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79804" y="1971604"/>
              <a:ext cx="7772400" cy="4194794"/>
            </a:xfrm>
            <a:prstGeom prst="rect">
              <a:avLst/>
            </a:prstGeom>
          </p:spPr>
        </p:pic>
      </p:grpSp>
      <p:grpSp>
        <p:nvGrpSpPr>
          <p:cNvPr id="117" name="Gruppieren 116">
            <a:extLst>
              <a:ext uri="{FF2B5EF4-FFF2-40B4-BE49-F238E27FC236}">
                <a16:creationId xmlns:a16="http://schemas.microsoft.com/office/drawing/2014/main" id="{1812DC06-0E67-EAA5-BA3F-538A0D9F68DC}"/>
              </a:ext>
            </a:extLst>
          </p:cNvPr>
          <p:cNvGrpSpPr/>
          <p:nvPr/>
        </p:nvGrpSpPr>
        <p:grpSpPr>
          <a:xfrm>
            <a:off x="186006" y="416795"/>
            <a:ext cx="9360000" cy="6120000"/>
            <a:chOff x="5276538" y="569626"/>
            <a:chExt cx="6535711" cy="5960379"/>
          </a:xfrm>
        </p:grpSpPr>
        <p:sp>
          <p:nvSpPr>
            <p:cNvPr id="120" name="Abgerundetes Rechteck 119">
              <a:extLst>
                <a:ext uri="{FF2B5EF4-FFF2-40B4-BE49-F238E27FC236}">
                  <a16:creationId xmlns:a16="http://schemas.microsoft.com/office/drawing/2014/main" id="{DEE7D02B-13FC-0020-EE9A-CB7EB614B472}"/>
                </a:ext>
              </a:extLst>
            </p:cNvPr>
            <p:cNvSpPr/>
            <p:nvPr/>
          </p:nvSpPr>
          <p:spPr>
            <a:xfrm>
              <a:off x="5276538" y="569626"/>
              <a:ext cx="6535711" cy="596037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Textfeld 120">
              <a:extLst>
                <a:ext uri="{FF2B5EF4-FFF2-40B4-BE49-F238E27FC236}">
                  <a16:creationId xmlns:a16="http://schemas.microsoft.com/office/drawing/2014/main" id="{31DDF9E2-5475-8487-62B5-57ECE12062A9}"/>
                </a:ext>
              </a:extLst>
            </p:cNvPr>
            <p:cNvSpPr txBox="1"/>
            <p:nvPr/>
          </p:nvSpPr>
          <p:spPr>
            <a:xfrm>
              <a:off x="7187783" y="805048"/>
              <a:ext cx="271321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Next Steps</a:t>
              </a:r>
            </a:p>
          </p:txBody>
        </p:sp>
        <p:sp>
          <p:nvSpPr>
            <p:cNvPr id="122" name="Textfeld 121">
              <a:extLst>
                <a:ext uri="{FF2B5EF4-FFF2-40B4-BE49-F238E27FC236}">
                  <a16:creationId xmlns:a16="http://schemas.microsoft.com/office/drawing/2014/main" id="{47B9AAA5-A23E-280F-07D9-F3F320E84A5E}"/>
                </a:ext>
              </a:extLst>
            </p:cNvPr>
            <p:cNvSpPr txBox="1"/>
            <p:nvPr/>
          </p:nvSpPr>
          <p:spPr>
            <a:xfrm>
              <a:off x="5801108" y="1497210"/>
              <a:ext cx="5670246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200" dirty="0">
                  <a:effectLst/>
                </a:rPr>
                <a:t>• Hyperparameter </a:t>
              </a:r>
              <a:r>
                <a:rPr lang="de-DE" sz="3200" dirty="0" err="1">
                  <a:effectLst/>
                </a:rPr>
                <a:t>tuning</a:t>
              </a:r>
              <a:r>
                <a:rPr lang="de-DE" sz="3200" dirty="0">
                  <a:effectLst/>
                </a:rPr>
                <a:t>:</a:t>
              </a:r>
            </a:p>
            <a:p>
              <a:r>
                <a:rPr lang="de-DE" sz="3200" dirty="0">
                  <a:effectLst/>
                </a:rPr>
                <a:t>    • Layer </a:t>
              </a:r>
              <a:r>
                <a:rPr lang="de-DE" sz="3200" dirty="0" err="1">
                  <a:effectLst/>
                </a:rPr>
                <a:t>number</a:t>
              </a:r>
              <a:r>
                <a:rPr lang="de-DE" sz="3200" dirty="0">
                  <a:effectLst/>
                </a:rPr>
                <a:t>/</a:t>
              </a:r>
              <a:r>
                <a:rPr lang="de-DE" sz="3200" dirty="0" err="1">
                  <a:effectLst/>
                </a:rPr>
                <a:t>size</a:t>
              </a:r>
              <a:endParaRPr lang="de-DE" sz="3200" dirty="0">
                <a:effectLst/>
              </a:endParaRPr>
            </a:p>
            <a:p>
              <a:r>
                <a:rPr lang="de-DE" sz="3200" dirty="0">
                  <a:effectLst/>
                </a:rPr>
                <a:t>    • Residual </a:t>
              </a:r>
              <a:r>
                <a:rPr lang="de-DE" sz="3200" dirty="0" err="1">
                  <a:effectLst/>
                </a:rPr>
                <a:t>blocks</a:t>
              </a:r>
              <a:endParaRPr lang="de-DE" sz="3200" dirty="0">
                <a:effectLst/>
              </a:endParaRPr>
            </a:p>
            <a:p>
              <a:r>
                <a:rPr lang="de-DE" sz="3200" dirty="0">
                  <a:effectLst/>
                </a:rPr>
                <a:t>    • Learning rate</a:t>
              </a:r>
            </a:p>
            <a:p>
              <a:r>
                <a:rPr lang="de-DE" sz="3200" dirty="0">
                  <a:effectLst/>
                </a:rPr>
                <a:t>    • ...</a:t>
              </a:r>
            </a:p>
            <a:p>
              <a:r>
                <a:rPr lang="de-DE" sz="3200" dirty="0">
                  <a:effectLst/>
                </a:rPr>
                <a:t>• Design </a:t>
              </a:r>
              <a:r>
                <a:rPr lang="de-DE" sz="3200" dirty="0" err="1">
                  <a:effectLst/>
                </a:rPr>
                <a:t>reward</a:t>
              </a:r>
              <a:r>
                <a:rPr lang="de-DE" sz="3200" dirty="0">
                  <a:effectLst/>
                </a:rPr>
                <a:t> </a:t>
              </a:r>
              <a:r>
                <a:rPr lang="de-DE" sz="3200" dirty="0" err="1">
                  <a:effectLst/>
                </a:rPr>
                <a:t>functions</a:t>
              </a:r>
              <a:r>
                <a:rPr lang="de-DE" sz="3200" dirty="0">
                  <a:effectLst/>
                </a:rPr>
                <a:t>:</a:t>
              </a:r>
            </a:p>
            <a:p>
              <a:r>
                <a:rPr lang="de-DE" sz="3200" dirty="0"/>
                <a:t>    </a:t>
              </a:r>
              <a:r>
                <a:rPr lang="de-DE" sz="3200" dirty="0">
                  <a:effectLst/>
                </a:rPr>
                <a:t>• </a:t>
              </a:r>
              <a:r>
                <a:rPr lang="de-DE" sz="3200" dirty="0" err="1">
                  <a:effectLst/>
                </a:rPr>
                <a:t>chess</a:t>
              </a:r>
              <a:r>
                <a:rPr lang="de-DE" sz="3200" dirty="0">
                  <a:effectLst/>
                </a:rPr>
                <a:t> </a:t>
              </a:r>
              <a:r>
                <a:rPr lang="de-DE" sz="3200" dirty="0" err="1">
                  <a:effectLst/>
                </a:rPr>
                <a:t>principles</a:t>
              </a:r>
              <a:endParaRPr lang="de-DE" sz="3200" dirty="0">
                <a:effectLst/>
              </a:endParaRPr>
            </a:p>
            <a:p>
              <a:r>
                <a:rPr lang="de-DE" sz="3200" dirty="0">
                  <a:effectLst/>
                </a:rPr>
                <a:t>    • material </a:t>
              </a:r>
              <a:r>
                <a:rPr lang="de-DE" sz="3200" dirty="0" err="1">
                  <a:effectLst/>
                </a:rPr>
                <a:t>imbalance</a:t>
              </a:r>
              <a:endParaRPr lang="de-DE" sz="3200" dirty="0">
                <a:effectLst/>
              </a:endParaRPr>
            </a:p>
            <a:p>
              <a:r>
                <a:rPr lang="de-DE" sz="3200" dirty="0">
                  <a:effectLst/>
                </a:rPr>
                <a:t>    • 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02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feld 102">
            <a:extLst>
              <a:ext uri="{FF2B5EF4-FFF2-40B4-BE49-F238E27FC236}">
                <a16:creationId xmlns:a16="http://schemas.microsoft.com/office/drawing/2014/main" id="{2D5F0D7E-9864-DB12-558B-54F8AE5AD1F4}"/>
              </a:ext>
            </a:extLst>
          </p:cNvPr>
          <p:cNvSpPr txBox="1"/>
          <p:nvPr/>
        </p:nvSpPr>
        <p:spPr>
          <a:xfrm>
            <a:off x="2621280" y="327995"/>
            <a:ext cx="694944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AI4Math</a:t>
            </a:r>
          </a:p>
          <a:p>
            <a:pPr algn="ctr"/>
            <a:r>
              <a:rPr lang="en-US" sz="3200" b="1" dirty="0"/>
              <a:t>Reinforcement Learning – Chess Model</a:t>
            </a:r>
          </a:p>
          <a:p>
            <a:pPr algn="ctr"/>
            <a:endParaRPr lang="en-US" sz="3200" b="1" dirty="0"/>
          </a:p>
          <a:p>
            <a:pPr algn="ctr"/>
            <a:r>
              <a:rPr lang="en-US" sz="2000" dirty="0"/>
              <a:t>Jakob [LAST_NAME], </a:t>
            </a:r>
            <a:r>
              <a:rPr lang="en-US" sz="2000" dirty="0" err="1"/>
              <a:t>Jannis</a:t>
            </a:r>
            <a:r>
              <a:rPr lang="en-US" sz="2000" dirty="0"/>
              <a:t> [LAST_NAME], </a:t>
            </a:r>
            <a:r>
              <a:rPr lang="en-US" sz="2000" dirty="0" err="1"/>
              <a:t>Patric</a:t>
            </a:r>
            <a:r>
              <a:rPr lang="en-US" sz="2000" dirty="0"/>
              <a:t> Riedel</a:t>
            </a:r>
            <a:endParaRPr lang="en-US" sz="2400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6C5DD21-8D3D-1CD3-62F4-4FE645B10350}"/>
              </a:ext>
            </a:extLst>
          </p:cNvPr>
          <p:cNvGrpSpPr/>
          <p:nvPr/>
        </p:nvGrpSpPr>
        <p:grpSpPr>
          <a:xfrm>
            <a:off x="-744000" y="-3411000"/>
            <a:ext cx="13680000" cy="13680000"/>
            <a:chOff x="2856000" y="183168"/>
            <a:chExt cx="6480000" cy="6485832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86868810-1380-181A-F976-D6EE22AE0719}"/>
                </a:ext>
              </a:extLst>
            </p:cNvPr>
            <p:cNvGrpSpPr/>
            <p:nvPr/>
          </p:nvGrpSpPr>
          <p:grpSpPr>
            <a:xfrm>
              <a:off x="2856000" y="183168"/>
              <a:ext cx="6480000" cy="6485832"/>
              <a:chOff x="2856000" y="183168"/>
              <a:chExt cx="6480000" cy="6485832"/>
            </a:xfrm>
          </p:grpSpPr>
          <p:sp>
            <p:nvSpPr>
              <p:cNvPr id="70" name="Rechteck 69">
                <a:extLst>
                  <a:ext uri="{FF2B5EF4-FFF2-40B4-BE49-F238E27FC236}">
                    <a16:creationId xmlns:a16="http://schemas.microsoft.com/office/drawing/2014/main" id="{F0A0F860-6741-7DC7-366A-73D58FA59383}"/>
                  </a:ext>
                </a:extLst>
              </p:cNvPr>
              <p:cNvSpPr/>
              <p:nvPr/>
            </p:nvSpPr>
            <p:spPr>
              <a:xfrm>
                <a:off x="2856000" y="189000"/>
                <a:ext cx="6480000" cy="6480000"/>
              </a:xfrm>
              <a:prstGeom prst="rect">
                <a:avLst/>
              </a:prstGeom>
              <a:solidFill>
                <a:srgbClr val="6F54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A55BE214-2143-9DBB-3685-874C1393A8F8}"/>
                  </a:ext>
                </a:extLst>
              </p:cNvPr>
              <p:cNvSpPr txBox="1"/>
              <p:nvPr/>
            </p:nvSpPr>
            <p:spPr>
              <a:xfrm>
                <a:off x="32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6D36A2B9-1042-E6B9-B17F-0D23E83252DC}"/>
                  </a:ext>
                </a:extLst>
              </p:cNvPr>
              <p:cNvSpPr txBox="1"/>
              <p:nvPr/>
            </p:nvSpPr>
            <p:spPr>
              <a:xfrm>
                <a:off x="393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9B1FC34D-13FE-F21C-A703-86EEB8D2BBAC}"/>
                  </a:ext>
                </a:extLst>
              </p:cNvPr>
              <p:cNvSpPr txBox="1"/>
              <p:nvPr/>
            </p:nvSpPr>
            <p:spPr>
              <a:xfrm>
                <a:off x="465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C0312F37-747F-9747-3CA8-927C1A53068A}"/>
                  </a:ext>
                </a:extLst>
              </p:cNvPr>
              <p:cNvSpPr txBox="1"/>
              <p:nvPr/>
            </p:nvSpPr>
            <p:spPr>
              <a:xfrm>
                <a:off x="537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7F388707-20EF-D0D4-80DE-A787B02343BE}"/>
                  </a:ext>
                </a:extLst>
              </p:cNvPr>
              <p:cNvSpPr txBox="1"/>
              <p:nvPr/>
            </p:nvSpPr>
            <p:spPr>
              <a:xfrm>
                <a:off x="609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29706C26-E195-EA08-2488-227FCD1A2AE2}"/>
                  </a:ext>
                </a:extLst>
              </p:cNvPr>
              <p:cNvSpPr txBox="1"/>
              <p:nvPr/>
            </p:nvSpPr>
            <p:spPr>
              <a:xfrm>
                <a:off x="6816000" y="6295002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63515A3D-104A-1E00-BB30-951BA696F940}"/>
                  </a:ext>
                </a:extLst>
              </p:cNvPr>
              <p:cNvSpPr txBox="1"/>
              <p:nvPr/>
            </p:nvSpPr>
            <p:spPr>
              <a:xfrm>
                <a:off x="753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1BBBED00-EA64-67FE-DBC6-EA095DC54F37}"/>
                  </a:ext>
                </a:extLst>
              </p:cNvPr>
              <p:cNvSpPr txBox="1"/>
              <p:nvPr/>
            </p:nvSpPr>
            <p:spPr>
              <a:xfrm>
                <a:off x="8256000" y="6292669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7036B56C-E8D0-69F8-4D1B-B755B5AA1690}"/>
                  </a:ext>
                </a:extLst>
              </p:cNvPr>
              <p:cNvSpPr txBox="1"/>
              <p:nvPr/>
            </p:nvSpPr>
            <p:spPr>
              <a:xfrm>
                <a:off x="32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A</a:t>
                </a:r>
              </a:p>
            </p:txBody>
          </p:sp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8A384C33-EB9E-BEDD-7122-7DC968759F7C}"/>
                  </a:ext>
                </a:extLst>
              </p:cNvPr>
              <p:cNvSpPr txBox="1"/>
              <p:nvPr/>
            </p:nvSpPr>
            <p:spPr>
              <a:xfrm>
                <a:off x="393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B</a:t>
                </a:r>
              </a:p>
            </p:txBody>
          </p:sp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D6B8E93D-8EBC-17BE-0041-6990DE2A23BA}"/>
                  </a:ext>
                </a:extLst>
              </p:cNvPr>
              <p:cNvSpPr txBox="1"/>
              <p:nvPr/>
            </p:nvSpPr>
            <p:spPr>
              <a:xfrm>
                <a:off x="465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C</a:t>
                </a:r>
              </a:p>
            </p:txBody>
          </p:sp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E6B8F67-2E8C-5592-130E-BC0E37BD9F8B}"/>
                  </a:ext>
                </a:extLst>
              </p:cNvPr>
              <p:cNvSpPr txBox="1"/>
              <p:nvPr/>
            </p:nvSpPr>
            <p:spPr>
              <a:xfrm>
                <a:off x="537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D</a:t>
                </a:r>
              </a:p>
            </p:txBody>
          </p:sp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BDD8D72E-1DD9-174C-ED38-4D927243802F}"/>
                  </a:ext>
                </a:extLst>
              </p:cNvPr>
              <p:cNvSpPr txBox="1"/>
              <p:nvPr/>
            </p:nvSpPr>
            <p:spPr>
              <a:xfrm>
                <a:off x="609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E</a:t>
                </a:r>
              </a:p>
            </p:txBody>
          </p:sp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403F40FB-2D3A-F9E9-E42E-7501A825C2E6}"/>
                  </a:ext>
                </a:extLst>
              </p:cNvPr>
              <p:cNvSpPr txBox="1"/>
              <p:nvPr/>
            </p:nvSpPr>
            <p:spPr>
              <a:xfrm>
                <a:off x="6816000" y="185501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F</a:t>
                </a:r>
              </a:p>
            </p:txBody>
          </p:sp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A9846445-644B-A5E4-2AAC-FEDEC017542F}"/>
                  </a:ext>
                </a:extLst>
              </p:cNvPr>
              <p:cNvSpPr txBox="1"/>
              <p:nvPr/>
            </p:nvSpPr>
            <p:spPr>
              <a:xfrm>
                <a:off x="753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G</a:t>
                </a:r>
              </a:p>
            </p:txBody>
          </p:sp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2123A8B5-EE82-CB2F-B3D6-20BA567B8137}"/>
                  </a:ext>
                </a:extLst>
              </p:cNvPr>
              <p:cNvSpPr txBox="1"/>
              <p:nvPr/>
            </p:nvSpPr>
            <p:spPr>
              <a:xfrm>
                <a:off x="8256000" y="183168"/>
                <a:ext cx="72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H</a:t>
                </a:r>
              </a:p>
            </p:txBody>
          </p:sp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DB0C12D4-B2A3-9522-3344-BE6AC4359EC7}"/>
                  </a:ext>
                </a:extLst>
              </p:cNvPr>
              <p:cNvSpPr txBox="1"/>
              <p:nvPr/>
            </p:nvSpPr>
            <p:spPr>
              <a:xfrm>
                <a:off x="2856000" y="73016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C54619D4-B65A-CAD4-DAB2-9540262A15D0}"/>
                  </a:ext>
                </a:extLst>
              </p:cNvPr>
              <p:cNvSpPr txBox="1"/>
              <p:nvPr/>
            </p:nvSpPr>
            <p:spPr>
              <a:xfrm>
                <a:off x="2856000" y="144433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9C1844DA-B2BA-6946-D0CB-48A232CBA6F8}"/>
                  </a:ext>
                </a:extLst>
              </p:cNvPr>
              <p:cNvSpPr txBox="1"/>
              <p:nvPr/>
            </p:nvSpPr>
            <p:spPr>
              <a:xfrm>
                <a:off x="2856000" y="2157335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B1F6E8C3-86B1-CAF9-7962-35DD33B19623}"/>
                  </a:ext>
                </a:extLst>
              </p:cNvPr>
              <p:cNvSpPr txBox="1"/>
              <p:nvPr/>
            </p:nvSpPr>
            <p:spPr>
              <a:xfrm>
                <a:off x="2856000" y="288240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DAC51F65-3A54-92FF-07F6-46D3E71973E8}"/>
                  </a:ext>
                </a:extLst>
              </p:cNvPr>
              <p:cNvSpPr txBox="1"/>
              <p:nvPr/>
            </p:nvSpPr>
            <p:spPr>
              <a:xfrm>
                <a:off x="2856000" y="3611333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25586E95-A933-B001-8B28-8FA2B0173D43}"/>
                  </a:ext>
                </a:extLst>
              </p:cNvPr>
              <p:cNvSpPr txBox="1"/>
              <p:nvPr/>
            </p:nvSpPr>
            <p:spPr>
              <a:xfrm>
                <a:off x="2856000" y="431208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34F907F7-1CB2-067B-560A-9B1CE984F24E}"/>
                  </a:ext>
                </a:extLst>
              </p:cNvPr>
              <p:cNvSpPr txBox="1"/>
              <p:nvPr/>
            </p:nvSpPr>
            <p:spPr>
              <a:xfrm>
                <a:off x="2856000" y="5033751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FF5168E4-34A7-5536-7A39-6A13EF71213E}"/>
                  </a:ext>
                </a:extLst>
              </p:cNvPr>
              <p:cNvSpPr txBox="1"/>
              <p:nvPr/>
            </p:nvSpPr>
            <p:spPr>
              <a:xfrm>
                <a:off x="2856000" y="577491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3F05F9BB-6EC4-BABE-92C5-19F5C20E2D75}"/>
                  </a:ext>
                </a:extLst>
              </p:cNvPr>
              <p:cNvSpPr txBox="1"/>
              <p:nvPr/>
            </p:nvSpPr>
            <p:spPr>
              <a:xfrm>
                <a:off x="8966200" y="72946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1</a:t>
                </a:r>
              </a:p>
            </p:txBody>
          </p:sp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2DA35E39-B130-27CD-E1B4-471BF7BE2FDE}"/>
                  </a:ext>
                </a:extLst>
              </p:cNvPr>
              <p:cNvSpPr txBox="1"/>
              <p:nvPr/>
            </p:nvSpPr>
            <p:spPr>
              <a:xfrm>
                <a:off x="8966200" y="1443627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2</a:t>
                </a:r>
              </a:p>
            </p:txBody>
          </p:sp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F7358D0A-EEDF-A203-B799-3ED5B056E309}"/>
                  </a:ext>
                </a:extLst>
              </p:cNvPr>
              <p:cNvSpPr txBox="1"/>
              <p:nvPr/>
            </p:nvSpPr>
            <p:spPr>
              <a:xfrm>
                <a:off x="8966200" y="2156628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3</a:t>
                </a:r>
              </a:p>
            </p:txBody>
          </p:sp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6D27E8DA-3B14-65D6-2F90-234FE8AEDC9B}"/>
                  </a:ext>
                </a:extLst>
              </p:cNvPr>
              <p:cNvSpPr txBox="1"/>
              <p:nvPr/>
            </p:nvSpPr>
            <p:spPr>
              <a:xfrm>
                <a:off x="8966200" y="288169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4</a:t>
                </a:r>
              </a:p>
            </p:txBody>
          </p:sp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758DA172-6B71-6E9B-2280-ADB6F6C5DE7E}"/>
                  </a:ext>
                </a:extLst>
              </p:cNvPr>
              <p:cNvSpPr txBox="1"/>
              <p:nvPr/>
            </p:nvSpPr>
            <p:spPr>
              <a:xfrm>
                <a:off x="8966200" y="3610626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5</a:t>
                </a:r>
              </a:p>
            </p:txBody>
          </p:sp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3E111E5F-DD9B-AAC5-4EAD-3E30CD924C10}"/>
                  </a:ext>
                </a:extLst>
              </p:cNvPr>
              <p:cNvSpPr txBox="1"/>
              <p:nvPr/>
            </p:nvSpPr>
            <p:spPr>
              <a:xfrm>
                <a:off x="8966200" y="4311379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6</a:t>
                </a:r>
              </a:p>
            </p:txBody>
          </p:sp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2C0E6521-17EF-83D9-8806-C08277D692F1}"/>
                  </a:ext>
                </a:extLst>
              </p:cNvPr>
              <p:cNvSpPr txBox="1"/>
              <p:nvPr/>
            </p:nvSpPr>
            <p:spPr>
              <a:xfrm>
                <a:off x="8966200" y="5033044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7</a:t>
                </a:r>
              </a:p>
            </p:txBody>
          </p:sp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286CE3B8-8D66-CE5E-9097-27AFCB0A5CFD}"/>
                  </a:ext>
                </a:extLst>
              </p:cNvPr>
              <p:cNvSpPr txBox="1"/>
              <p:nvPr/>
            </p:nvSpPr>
            <p:spPr>
              <a:xfrm>
                <a:off x="8966200" y="5774210"/>
                <a:ext cx="360000" cy="36933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US" dirty="0">
                    <a:solidFill>
                      <a:srgbClr val="F0DAB5"/>
                    </a:solidFill>
                  </a:rPr>
                  <a:t>8</a:t>
                </a:r>
              </a:p>
            </p:txBody>
          </p:sp>
        </p:grp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BC64827-2366-7CAA-2339-AC6682523015}"/>
                </a:ext>
              </a:extLst>
            </p:cNvPr>
            <p:cNvGrpSpPr/>
            <p:nvPr/>
          </p:nvGrpSpPr>
          <p:grpSpPr>
            <a:xfrm>
              <a:off x="3216000" y="549000"/>
              <a:ext cx="5760000" cy="5760000"/>
              <a:chOff x="3309257" y="537029"/>
              <a:chExt cx="5760000" cy="5760000"/>
            </a:xfrm>
          </p:grpSpPr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0E1A4C6A-9423-8B45-12E8-79DEC06B87DD}"/>
                  </a:ext>
                </a:extLst>
              </p:cNvPr>
              <p:cNvSpPr/>
              <p:nvPr/>
            </p:nvSpPr>
            <p:spPr>
              <a:xfrm>
                <a:off x="330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53B16FAF-AAA5-5534-81E9-12A531CCC826}"/>
                  </a:ext>
                </a:extLst>
              </p:cNvPr>
              <p:cNvSpPr/>
              <p:nvPr/>
            </p:nvSpPr>
            <p:spPr>
              <a:xfrm>
                <a:off x="402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C17E5C34-D302-39A8-4AD6-3851020705A3}"/>
                  </a:ext>
                </a:extLst>
              </p:cNvPr>
              <p:cNvSpPr/>
              <p:nvPr/>
            </p:nvSpPr>
            <p:spPr>
              <a:xfrm>
                <a:off x="330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1706C2A1-23B8-A01E-A0A0-F7DA9E3EB8F6}"/>
                  </a:ext>
                </a:extLst>
              </p:cNvPr>
              <p:cNvSpPr/>
              <p:nvPr/>
            </p:nvSpPr>
            <p:spPr>
              <a:xfrm>
                <a:off x="402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EFA9016B-2B58-8C05-9421-C3BE76718D6D}"/>
                  </a:ext>
                </a:extLst>
              </p:cNvPr>
              <p:cNvSpPr/>
              <p:nvPr/>
            </p:nvSpPr>
            <p:spPr>
              <a:xfrm>
                <a:off x="474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9088FFBC-06B6-16E1-8583-7FBBC233734C}"/>
                  </a:ext>
                </a:extLst>
              </p:cNvPr>
              <p:cNvSpPr/>
              <p:nvPr/>
            </p:nvSpPr>
            <p:spPr>
              <a:xfrm>
                <a:off x="546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FCE85D0D-0EB8-BB75-085B-94F0CDD5EEB6}"/>
                  </a:ext>
                </a:extLst>
              </p:cNvPr>
              <p:cNvSpPr/>
              <p:nvPr/>
            </p:nvSpPr>
            <p:spPr>
              <a:xfrm>
                <a:off x="474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FFC409D3-B6E0-30D4-AD09-6E6ED376ADD6}"/>
                  </a:ext>
                </a:extLst>
              </p:cNvPr>
              <p:cNvSpPr/>
              <p:nvPr/>
            </p:nvSpPr>
            <p:spPr>
              <a:xfrm>
                <a:off x="546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hteck 13">
                <a:extLst>
                  <a:ext uri="{FF2B5EF4-FFF2-40B4-BE49-F238E27FC236}">
                    <a16:creationId xmlns:a16="http://schemas.microsoft.com/office/drawing/2014/main" id="{BD3C1EEE-7F4D-938E-3DE1-B3FDCFC80921}"/>
                  </a:ext>
                </a:extLst>
              </p:cNvPr>
              <p:cNvSpPr/>
              <p:nvPr/>
            </p:nvSpPr>
            <p:spPr>
              <a:xfrm>
                <a:off x="618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3B75DE60-8E5A-6401-7BAC-1C88BB22BA67}"/>
                  </a:ext>
                </a:extLst>
              </p:cNvPr>
              <p:cNvSpPr/>
              <p:nvPr/>
            </p:nvSpPr>
            <p:spPr>
              <a:xfrm>
                <a:off x="690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87CC9FCE-380C-539C-C136-89B4967E7C0B}"/>
                  </a:ext>
                </a:extLst>
              </p:cNvPr>
              <p:cNvSpPr/>
              <p:nvPr/>
            </p:nvSpPr>
            <p:spPr>
              <a:xfrm>
                <a:off x="618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hteck 16">
                <a:extLst>
                  <a:ext uri="{FF2B5EF4-FFF2-40B4-BE49-F238E27FC236}">
                    <a16:creationId xmlns:a16="http://schemas.microsoft.com/office/drawing/2014/main" id="{AC85A7D1-F443-C635-E98E-57196F54967C}"/>
                  </a:ext>
                </a:extLst>
              </p:cNvPr>
              <p:cNvSpPr/>
              <p:nvPr/>
            </p:nvSpPr>
            <p:spPr>
              <a:xfrm>
                <a:off x="690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hteck 17">
                <a:extLst>
                  <a:ext uri="{FF2B5EF4-FFF2-40B4-BE49-F238E27FC236}">
                    <a16:creationId xmlns:a16="http://schemas.microsoft.com/office/drawing/2014/main" id="{E6F3F312-4B88-D219-AE32-7EBF3F3564B9}"/>
                  </a:ext>
                </a:extLst>
              </p:cNvPr>
              <p:cNvSpPr/>
              <p:nvPr/>
            </p:nvSpPr>
            <p:spPr>
              <a:xfrm>
                <a:off x="7629257" y="5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hteck 18">
                <a:extLst>
                  <a:ext uri="{FF2B5EF4-FFF2-40B4-BE49-F238E27FC236}">
                    <a16:creationId xmlns:a16="http://schemas.microsoft.com/office/drawing/2014/main" id="{D985B27D-EA30-A2E1-66A2-FBACDA3D3E3D}"/>
                  </a:ext>
                </a:extLst>
              </p:cNvPr>
              <p:cNvSpPr/>
              <p:nvPr/>
            </p:nvSpPr>
            <p:spPr>
              <a:xfrm>
                <a:off x="8349257" y="5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hteck 19">
                <a:extLst>
                  <a:ext uri="{FF2B5EF4-FFF2-40B4-BE49-F238E27FC236}">
                    <a16:creationId xmlns:a16="http://schemas.microsoft.com/office/drawing/2014/main" id="{08D1A9B3-18CB-B8B3-933D-51C97C86E51C}"/>
                  </a:ext>
                </a:extLst>
              </p:cNvPr>
              <p:cNvSpPr/>
              <p:nvPr/>
            </p:nvSpPr>
            <p:spPr>
              <a:xfrm>
                <a:off x="7629257" y="12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76FC813C-9491-416D-0842-447A16B3A201}"/>
                  </a:ext>
                </a:extLst>
              </p:cNvPr>
              <p:cNvSpPr/>
              <p:nvPr/>
            </p:nvSpPr>
            <p:spPr>
              <a:xfrm>
                <a:off x="8349257" y="12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hteck 21">
                <a:extLst>
                  <a:ext uri="{FF2B5EF4-FFF2-40B4-BE49-F238E27FC236}">
                    <a16:creationId xmlns:a16="http://schemas.microsoft.com/office/drawing/2014/main" id="{F7340945-F2F0-F003-FFF6-BF0E63BEB7E2}"/>
                  </a:ext>
                </a:extLst>
              </p:cNvPr>
              <p:cNvSpPr/>
              <p:nvPr/>
            </p:nvSpPr>
            <p:spPr>
              <a:xfrm>
                <a:off x="330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F1F8ABB8-DC6E-4AEE-6CB3-40F8F1F97ABD}"/>
                  </a:ext>
                </a:extLst>
              </p:cNvPr>
              <p:cNvSpPr/>
              <p:nvPr/>
            </p:nvSpPr>
            <p:spPr>
              <a:xfrm>
                <a:off x="402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hteck 23">
                <a:extLst>
                  <a:ext uri="{FF2B5EF4-FFF2-40B4-BE49-F238E27FC236}">
                    <a16:creationId xmlns:a16="http://schemas.microsoft.com/office/drawing/2014/main" id="{F17531FB-67E6-8F7E-4AA6-DA4CCBF29DA2}"/>
                  </a:ext>
                </a:extLst>
              </p:cNvPr>
              <p:cNvSpPr/>
              <p:nvPr/>
            </p:nvSpPr>
            <p:spPr>
              <a:xfrm>
                <a:off x="330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hteck 24">
                <a:extLst>
                  <a:ext uri="{FF2B5EF4-FFF2-40B4-BE49-F238E27FC236}">
                    <a16:creationId xmlns:a16="http://schemas.microsoft.com/office/drawing/2014/main" id="{D6DFEF24-C738-A758-124C-39A4854227D7}"/>
                  </a:ext>
                </a:extLst>
              </p:cNvPr>
              <p:cNvSpPr/>
              <p:nvPr/>
            </p:nvSpPr>
            <p:spPr>
              <a:xfrm>
                <a:off x="402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hteck 25">
                <a:extLst>
                  <a:ext uri="{FF2B5EF4-FFF2-40B4-BE49-F238E27FC236}">
                    <a16:creationId xmlns:a16="http://schemas.microsoft.com/office/drawing/2014/main" id="{C6DAEFA8-2045-269F-F0C5-C71ACC89C48D}"/>
                  </a:ext>
                </a:extLst>
              </p:cNvPr>
              <p:cNvSpPr/>
              <p:nvPr/>
            </p:nvSpPr>
            <p:spPr>
              <a:xfrm>
                <a:off x="474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5AB5D222-0B50-2354-0D04-852119D1E0D7}"/>
                  </a:ext>
                </a:extLst>
              </p:cNvPr>
              <p:cNvSpPr/>
              <p:nvPr/>
            </p:nvSpPr>
            <p:spPr>
              <a:xfrm>
                <a:off x="546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hteck 27">
                <a:extLst>
                  <a:ext uri="{FF2B5EF4-FFF2-40B4-BE49-F238E27FC236}">
                    <a16:creationId xmlns:a16="http://schemas.microsoft.com/office/drawing/2014/main" id="{5DB31B53-BA8A-2CE5-0BA4-C4DCDF9EA2CA}"/>
                  </a:ext>
                </a:extLst>
              </p:cNvPr>
              <p:cNvSpPr/>
              <p:nvPr/>
            </p:nvSpPr>
            <p:spPr>
              <a:xfrm>
                <a:off x="474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hteck 28">
                <a:extLst>
                  <a:ext uri="{FF2B5EF4-FFF2-40B4-BE49-F238E27FC236}">
                    <a16:creationId xmlns:a16="http://schemas.microsoft.com/office/drawing/2014/main" id="{FB5BC67B-0F03-7F0F-948C-6FB7B743C3AB}"/>
                  </a:ext>
                </a:extLst>
              </p:cNvPr>
              <p:cNvSpPr/>
              <p:nvPr/>
            </p:nvSpPr>
            <p:spPr>
              <a:xfrm>
                <a:off x="546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hteck 29">
                <a:extLst>
                  <a:ext uri="{FF2B5EF4-FFF2-40B4-BE49-F238E27FC236}">
                    <a16:creationId xmlns:a16="http://schemas.microsoft.com/office/drawing/2014/main" id="{4056F70E-FF94-9E47-7153-D4DBDBAE40DD}"/>
                  </a:ext>
                </a:extLst>
              </p:cNvPr>
              <p:cNvSpPr/>
              <p:nvPr/>
            </p:nvSpPr>
            <p:spPr>
              <a:xfrm>
                <a:off x="618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hteck 30">
                <a:extLst>
                  <a:ext uri="{FF2B5EF4-FFF2-40B4-BE49-F238E27FC236}">
                    <a16:creationId xmlns:a16="http://schemas.microsoft.com/office/drawing/2014/main" id="{ECA94949-7457-7055-6FE6-3824E189C3B8}"/>
                  </a:ext>
                </a:extLst>
              </p:cNvPr>
              <p:cNvSpPr/>
              <p:nvPr/>
            </p:nvSpPr>
            <p:spPr>
              <a:xfrm>
                <a:off x="690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hteck 31">
                <a:extLst>
                  <a:ext uri="{FF2B5EF4-FFF2-40B4-BE49-F238E27FC236}">
                    <a16:creationId xmlns:a16="http://schemas.microsoft.com/office/drawing/2014/main" id="{479F269F-76A6-C0E3-C555-EAD73EABC492}"/>
                  </a:ext>
                </a:extLst>
              </p:cNvPr>
              <p:cNvSpPr/>
              <p:nvPr/>
            </p:nvSpPr>
            <p:spPr>
              <a:xfrm>
                <a:off x="618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hteck 32">
                <a:extLst>
                  <a:ext uri="{FF2B5EF4-FFF2-40B4-BE49-F238E27FC236}">
                    <a16:creationId xmlns:a16="http://schemas.microsoft.com/office/drawing/2014/main" id="{28677284-F69F-FC94-B40E-D18864CBD6AA}"/>
                  </a:ext>
                </a:extLst>
              </p:cNvPr>
              <p:cNvSpPr/>
              <p:nvPr/>
            </p:nvSpPr>
            <p:spPr>
              <a:xfrm>
                <a:off x="690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hteck 33">
                <a:extLst>
                  <a:ext uri="{FF2B5EF4-FFF2-40B4-BE49-F238E27FC236}">
                    <a16:creationId xmlns:a16="http://schemas.microsoft.com/office/drawing/2014/main" id="{9E3E19AC-A3FA-BC64-7A39-9DF69990BBBF}"/>
                  </a:ext>
                </a:extLst>
              </p:cNvPr>
              <p:cNvSpPr/>
              <p:nvPr/>
            </p:nvSpPr>
            <p:spPr>
              <a:xfrm>
                <a:off x="7629257" y="19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hteck 34">
                <a:extLst>
                  <a:ext uri="{FF2B5EF4-FFF2-40B4-BE49-F238E27FC236}">
                    <a16:creationId xmlns:a16="http://schemas.microsoft.com/office/drawing/2014/main" id="{AA291A02-ABF9-1EC9-8056-33321456A1D1}"/>
                  </a:ext>
                </a:extLst>
              </p:cNvPr>
              <p:cNvSpPr/>
              <p:nvPr/>
            </p:nvSpPr>
            <p:spPr>
              <a:xfrm>
                <a:off x="8349257" y="19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hteck 35">
                <a:extLst>
                  <a:ext uri="{FF2B5EF4-FFF2-40B4-BE49-F238E27FC236}">
                    <a16:creationId xmlns:a16="http://schemas.microsoft.com/office/drawing/2014/main" id="{0067F39E-CDFB-8AE9-345E-9AFF689CC35C}"/>
                  </a:ext>
                </a:extLst>
              </p:cNvPr>
              <p:cNvSpPr/>
              <p:nvPr/>
            </p:nvSpPr>
            <p:spPr>
              <a:xfrm>
                <a:off x="7629257" y="269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hteck 36">
                <a:extLst>
                  <a:ext uri="{FF2B5EF4-FFF2-40B4-BE49-F238E27FC236}">
                    <a16:creationId xmlns:a16="http://schemas.microsoft.com/office/drawing/2014/main" id="{0CE75BB7-DCB8-A170-7383-DE08AF14AE71}"/>
                  </a:ext>
                </a:extLst>
              </p:cNvPr>
              <p:cNvSpPr/>
              <p:nvPr/>
            </p:nvSpPr>
            <p:spPr>
              <a:xfrm>
                <a:off x="8349257" y="269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hteck 37">
                <a:extLst>
                  <a:ext uri="{FF2B5EF4-FFF2-40B4-BE49-F238E27FC236}">
                    <a16:creationId xmlns:a16="http://schemas.microsoft.com/office/drawing/2014/main" id="{E0297708-D690-C5A7-4847-BE82BF45BABA}"/>
                  </a:ext>
                </a:extLst>
              </p:cNvPr>
              <p:cNvSpPr/>
              <p:nvPr/>
            </p:nvSpPr>
            <p:spPr>
              <a:xfrm>
                <a:off x="330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hteck 38">
                <a:extLst>
                  <a:ext uri="{FF2B5EF4-FFF2-40B4-BE49-F238E27FC236}">
                    <a16:creationId xmlns:a16="http://schemas.microsoft.com/office/drawing/2014/main" id="{7C80FA83-7EDD-8CE9-6C78-DB7EAA13DBA9}"/>
                  </a:ext>
                </a:extLst>
              </p:cNvPr>
              <p:cNvSpPr/>
              <p:nvPr/>
            </p:nvSpPr>
            <p:spPr>
              <a:xfrm>
                <a:off x="402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hteck 39">
                <a:extLst>
                  <a:ext uri="{FF2B5EF4-FFF2-40B4-BE49-F238E27FC236}">
                    <a16:creationId xmlns:a16="http://schemas.microsoft.com/office/drawing/2014/main" id="{DABB039A-7062-EABE-165E-3BFBF75627AF}"/>
                  </a:ext>
                </a:extLst>
              </p:cNvPr>
              <p:cNvSpPr/>
              <p:nvPr/>
            </p:nvSpPr>
            <p:spPr>
              <a:xfrm>
                <a:off x="330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06003D34-9692-7C72-B419-4D2CB8D38070}"/>
                  </a:ext>
                </a:extLst>
              </p:cNvPr>
              <p:cNvSpPr/>
              <p:nvPr/>
            </p:nvSpPr>
            <p:spPr>
              <a:xfrm>
                <a:off x="402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AEA10B22-76AD-EC45-81CC-39D536FC56C6}"/>
                  </a:ext>
                </a:extLst>
              </p:cNvPr>
              <p:cNvSpPr/>
              <p:nvPr/>
            </p:nvSpPr>
            <p:spPr>
              <a:xfrm>
                <a:off x="474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4C6B565E-002B-D479-78A9-7C4BD0CD884B}"/>
                  </a:ext>
                </a:extLst>
              </p:cNvPr>
              <p:cNvSpPr/>
              <p:nvPr/>
            </p:nvSpPr>
            <p:spPr>
              <a:xfrm>
                <a:off x="546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FA9FB750-4F48-6AFD-3860-3B631B85FFCC}"/>
                  </a:ext>
                </a:extLst>
              </p:cNvPr>
              <p:cNvSpPr/>
              <p:nvPr/>
            </p:nvSpPr>
            <p:spPr>
              <a:xfrm>
                <a:off x="474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9A9A8110-3724-06D9-B402-608CA1DE5794}"/>
                  </a:ext>
                </a:extLst>
              </p:cNvPr>
              <p:cNvSpPr/>
              <p:nvPr/>
            </p:nvSpPr>
            <p:spPr>
              <a:xfrm>
                <a:off x="546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hteck 45">
                <a:extLst>
                  <a:ext uri="{FF2B5EF4-FFF2-40B4-BE49-F238E27FC236}">
                    <a16:creationId xmlns:a16="http://schemas.microsoft.com/office/drawing/2014/main" id="{B6FE0B60-2A1C-557A-6D28-449B572A887F}"/>
                  </a:ext>
                </a:extLst>
              </p:cNvPr>
              <p:cNvSpPr/>
              <p:nvPr/>
            </p:nvSpPr>
            <p:spPr>
              <a:xfrm>
                <a:off x="618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E6F324FB-283D-D98B-991D-639D20407413}"/>
                  </a:ext>
                </a:extLst>
              </p:cNvPr>
              <p:cNvSpPr/>
              <p:nvPr/>
            </p:nvSpPr>
            <p:spPr>
              <a:xfrm>
                <a:off x="690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hteck 47">
                <a:extLst>
                  <a:ext uri="{FF2B5EF4-FFF2-40B4-BE49-F238E27FC236}">
                    <a16:creationId xmlns:a16="http://schemas.microsoft.com/office/drawing/2014/main" id="{913D8CC8-9BD8-0704-8BEE-934DBBC213AA}"/>
                  </a:ext>
                </a:extLst>
              </p:cNvPr>
              <p:cNvSpPr/>
              <p:nvPr/>
            </p:nvSpPr>
            <p:spPr>
              <a:xfrm>
                <a:off x="618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94D20B59-E5BD-E02A-99E8-BE1DEC2728C1}"/>
                  </a:ext>
                </a:extLst>
              </p:cNvPr>
              <p:cNvSpPr/>
              <p:nvPr/>
            </p:nvSpPr>
            <p:spPr>
              <a:xfrm>
                <a:off x="690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hteck 49">
                <a:extLst>
                  <a:ext uri="{FF2B5EF4-FFF2-40B4-BE49-F238E27FC236}">
                    <a16:creationId xmlns:a16="http://schemas.microsoft.com/office/drawing/2014/main" id="{C791D596-57B8-627C-5BDA-9D0719B85DF8}"/>
                  </a:ext>
                </a:extLst>
              </p:cNvPr>
              <p:cNvSpPr/>
              <p:nvPr/>
            </p:nvSpPr>
            <p:spPr>
              <a:xfrm>
                <a:off x="7629257" y="341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hteck 50">
                <a:extLst>
                  <a:ext uri="{FF2B5EF4-FFF2-40B4-BE49-F238E27FC236}">
                    <a16:creationId xmlns:a16="http://schemas.microsoft.com/office/drawing/2014/main" id="{970BD8E1-843B-4EB2-39F5-DD108C19DB92}"/>
                  </a:ext>
                </a:extLst>
              </p:cNvPr>
              <p:cNvSpPr/>
              <p:nvPr/>
            </p:nvSpPr>
            <p:spPr>
              <a:xfrm>
                <a:off x="8349257" y="341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hteck 51">
                <a:extLst>
                  <a:ext uri="{FF2B5EF4-FFF2-40B4-BE49-F238E27FC236}">
                    <a16:creationId xmlns:a16="http://schemas.microsoft.com/office/drawing/2014/main" id="{2BACC614-E4CF-FA5B-65F2-9EB9EE449CAD}"/>
                  </a:ext>
                </a:extLst>
              </p:cNvPr>
              <p:cNvSpPr/>
              <p:nvPr/>
            </p:nvSpPr>
            <p:spPr>
              <a:xfrm>
                <a:off x="7629257" y="413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hteck 52">
                <a:extLst>
                  <a:ext uri="{FF2B5EF4-FFF2-40B4-BE49-F238E27FC236}">
                    <a16:creationId xmlns:a16="http://schemas.microsoft.com/office/drawing/2014/main" id="{69E69FFC-9289-855D-3F3F-A944E8204C8E}"/>
                  </a:ext>
                </a:extLst>
              </p:cNvPr>
              <p:cNvSpPr/>
              <p:nvPr/>
            </p:nvSpPr>
            <p:spPr>
              <a:xfrm>
                <a:off x="8349257" y="413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hteck 53">
                <a:extLst>
                  <a:ext uri="{FF2B5EF4-FFF2-40B4-BE49-F238E27FC236}">
                    <a16:creationId xmlns:a16="http://schemas.microsoft.com/office/drawing/2014/main" id="{72F4528C-721B-ABDC-23FF-1987D982A2CC}"/>
                  </a:ext>
                </a:extLst>
              </p:cNvPr>
              <p:cNvSpPr/>
              <p:nvPr/>
            </p:nvSpPr>
            <p:spPr>
              <a:xfrm>
                <a:off x="330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hteck 54">
                <a:extLst>
                  <a:ext uri="{FF2B5EF4-FFF2-40B4-BE49-F238E27FC236}">
                    <a16:creationId xmlns:a16="http://schemas.microsoft.com/office/drawing/2014/main" id="{292D907D-29AF-73AB-2E7D-65182203C7FA}"/>
                  </a:ext>
                </a:extLst>
              </p:cNvPr>
              <p:cNvSpPr/>
              <p:nvPr/>
            </p:nvSpPr>
            <p:spPr>
              <a:xfrm>
                <a:off x="402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hteck 55">
                <a:extLst>
                  <a:ext uri="{FF2B5EF4-FFF2-40B4-BE49-F238E27FC236}">
                    <a16:creationId xmlns:a16="http://schemas.microsoft.com/office/drawing/2014/main" id="{2E78A0A4-6389-DF80-39CC-6815E955A5EF}"/>
                  </a:ext>
                </a:extLst>
              </p:cNvPr>
              <p:cNvSpPr/>
              <p:nvPr/>
            </p:nvSpPr>
            <p:spPr>
              <a:xfrm>
                <a:off x="330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hteck 56">
                <a:extLst>
                  <a:ext uri="{FF2B5EF4-FFF2-40B4-BE49-F238E27FC236}">
                    <a16:creationId xmlns:a16="http://schemas.microsoft.com/office/drawing/2014/main" id="{8309C323-7B0F-B5B6-1725-B1334DE775A0}"/>
                  </a:ext>
                </a:extLst>
              </p:cNvPr>
              <p:cNvSpPr/>
              <p:nvPr/>
            </p:nvSpPr>
            <p:spPr>
              <a:xfrm>
                <a:off x="402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hteck 57">
                <a:extLst>
                  <a:ext uri="{FF2B5EF4-FFF2-40B4-BE49-F238E27FC236}">
                    <a16:creationId xmlns:a16="http://schemas.microsoft.com/office/drawing/2014/main" id="{330BEAD6-2F39-CD3D-A99F-503EE7716E73}"/>
                  </a:ext>
                </a:extLst>
              </p:cNvPr>
              <p:cNvSpPr/>
              <p:nvPr/>
            </p:nvSpPr>
            <p:spPr>
              <a:xfrm>
                <a:off x="474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hteck 58">
                <a:extLst>
                  <a:ext uri="{FF2B5EF4-FFF2-40B4-BE49-F238E27FC236}">
                    <a16:creationId xmlns:a16="http://schemas.microsoft.com/office/drawing/2014/main" id="{D902C8D8-13D0-07A6-43B5-7661F3400C7A}"/>
                  </a:ext>
                </a:extLst>
              </p:cNvPr>
              <p:cNvSpPr/>
              <p:nvPr/>
            </p:nvSpPr>
            <p:spPr>
              <a:xfrm>
                <a:off x="546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hteck 59">
                <a:extLst>
                  <a:ext uri="{FF2B5EF4-FFF2-40B4-BE49-F238E27FC236}">
                    <a16:creationId xmlns:a16="http://schemas.microsoft.com/office/drawing/2014/main" id="{4B028D3E-589A-5856-45A0-620D9EA7431F}"/>
                  </a:ext>
                </a:extLst>
              </p:cNvPr>
              <p:cNvSpPr/>
              <p:nvPr/>
            </p:nvSpPr>
            <p:spPr>
              <a:xfrm>
                <a:off x="474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hteck 60">
                <a:extLst>
                  <a:ext uri="{FF2B5EF4-FFF2-40B4-BE49-F238E27FC236}">
                    <a16:creationId xmlns:a16="http://schemas.microsoft.com/office/drawing/2014/main" id="{85ABC4FC-4E65-F005-5B48-1F0AE44966DB}"/>
                  </a:ext>
                </a:extLst>
              </p:cNvPr>
              <p:cNvSpPr/>
              <p:nvPr/>
            </p:nvSpPr>
            <p:spPr>
              <a:xfrm>
                <a:off x="546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675AC87B-AA3C-073D-685E-070250B021F9}"/>
                  </a:ext>
                </a:extLst>
              </p:cNvPr>
              <p:cNvSpPr/>
              <p:nvPr/>
            </p:nvSpPr>
            <p:spPr>
              <a:xfrm>
                <a:off x="618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E081357C-3FDE-B9A1-9E8D-25D99CE36854}"/>
                  </a:ext>
                </a:extLst>
              </p:cNvPr>
              <p:cNvSpPr/>
              <p:nvPr/>
            </p:nvSpPr>
            <p:spPr>
              <a:xfrm>
                <a:off x="690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19EF41FF-C2AA-08F0-8E65-7CF52B3F0F9F}"/>
                  </a:ext>
                </a:extLst>
              </p:cNvPr>
              <p:cNvSpPr/>
              <p:nvPr/>
            </p:nvSpPr>
            <p:spPr>
              <a:xfrm>
                <a:off x="618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FF322639-793B-97CD-7941-2F9F230988D1}"/>
                  </a:ext>
                </a:extLst>
              </p:cNvPr>
              <p:cNvSpPr/>
              <p:nvPr/>
            </p:nvSpPr>
            <p:spPr>
              <a:xfrm>
                <a:off x="690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20896529-57EE-6A5E-78D9-FCA3D6002930}"/>
                  </a:ext>
                </a:extLst>
              </p:cNvPr>
              <p:cNvSpPr/>
              <p:nvPr/>
            </p:nvSpPr>
            <p:spPr>
              <a:xfrm>
                <a:off x="7629257" y="485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61350A6C-A0E4-8D24-E618-690431D429C4}"/>
                  </a:ext>
                </a:extLst>
              </p:cNvPr>
              <p:cNvSpPr/>
              <p:nvPr/>
            </p:nvSpPr>
            <p:spPr>
              <a:xfrm>
                <a:off x="8349257" y="485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DBD4F243-BE25-C3BB-48CB-AAE927BB194B}"/>
                  </a:ext>
                </a:extLst>
              </p:cNvPr>
              <p:cNvSpPr/>
              <p:nvPr/>
            </p:nvSpPr>
            <p:spPr>
              <a:xfrm>
                <a:off x="7629257" y="5577029"/>
                <a:ext cx="720000" cy="720000"/>
              </a:xfrm>
              <a:prstGeom prst="rect">
                <a:avLst/>
              </a:prstGeom>
              <a:solidFill>
                <a:srgbClr val="B588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hteck 68">
                <a:extLst>
                  <a:ext uri="{FF2B5EF4-FFF2-40B4-BE49-F238E27FC236}">
                    <a16:creationId xmlns:a16="http://schemas.microsoft.com/office/drawing/2014/main" id="{317DB000-FAF1-F86D-39B4-123F29113CB0}"/>
                  </a:ext>
                </a:extLst>
              </p:cNvPr>
              <p:cNvSpPr/>
              <p:nvPr/>
            </p:nvSpPr>
            <p:spPr>
              <a:xfrm>
                <a:off x="8349257" y="5577029"/>
                <a:ext cx="720000" cy="720000"/>
              </a:xfrm>
              <a:prstGeom prst="rect">
                <a:avLst/>
              </a:prstGeom>
              <a:solidFill>
                <a:srgbClr val="F0DAB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Textfeld 3">
            <a:extLst>
              <a:ext uri="{FF2B5EF4-FFF2-40B4-BE49-F238E27FC236}">
                <a16:creationId xmlns:a16="http://schemas.microsoft.com/office/drawing/2014/main" id="{8D2DB2B0-20F3-A78C-94CB-2757DE66462B}"/>
              </a:ext>
            </a:extLst>
          </p:cNvPr>
          <p:cNvSpPr txBox="1"/>
          <p:nvPr/>
        </p:nvSpPr>
        <p:spPr>
          <a:xfrm>
            <a:off x="1536001" y="405265"/>
            <a:ext cx="1520000" cy="151125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♜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C0F4D3EC-3675-6D97-6E84-793554CB411F}"/>
              </a:ext>
            </a:extLst>
          </p:cNvPr>
          <p:cNvSpPr txBox="1"/>
          <p:nvPr/>
        </p:nvSpPr>
        <p:spPr>
          <a:xfrm>
            <a:off x="10672000" y="3435150"/>
            <a:ext cx="1520000" cy="151213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5E85D9C8-8BE0-0E06-3275-9BD42F533CA4}"/>
              </a:ext>
            </a:extLst>
          </p:cNvPr>
          <p:cNvSpPr txBox="1"/>
          <p:nvPr/>
        </p:nvSpPr>
        <p:spPr>
          <a:xfrm>
            <a:off x="3076689" y="4961163"/>
            <a:ext cx="1478622" cy="151125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♞</a:t>
            </a:r>
          </a:p>
        </p:txBody>
      </p:sp>
      <p:sp>
        <p:nvSpPr>
          <p:cNvPr id="106" name="Textfeld 105">
            <a:extLst>
              <a:ext uri="{FF2B5EF4-FFF2-40B4-BE49-F238E27FC236}">
                <a16:creationId xmlns:a16="http://schemas.microsoft.com/office/drawing/2014/main" id="{AEC270FE-A712-AF67-2353-4E94F02215AD}"/>
              </a:ext>
            </a:extLst>
          </p:cNvPr>
          <p:cNvSpPr txBox="1"/>
          <p:nvPr/>
        </p:nvSpPr>
        <p:spPr>
          <a:xfrm>
            <a:off x="7615998" y="3447452"/>
            <a:ext cx="1520001" cy="149649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0" dirty="0">
                <a:latin typeface="Arial" panose="020B0604020202020204" pitchFamily="34" charset="0"/>
                <a:cs typeface="Arial" panose="020B0604020202020204" pitchFamily="34" charset="0"/>
              </a:rPr>
              <a:t>♚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65A22E2B-E204-4BCC-BE88-867AAAFEE551}"/>
              </a:ext>
            </a:extLst>
          </p:cNvPr>
          <p:cNvSpPr txBox="1"/>
          <p:nvPr/>
        </p:nvSpPr>
        <p:spPr>
          <a:xfrm>
            <a:off x="9131310" y="3428999"/>
            <a:ext cx="1520000" cy="1532163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12000" dirty="0">
                <a:latin typeface="Arial" panose="020B0604020202020204" pitchFamily="34" charset="0"/>
                <a:cs typeface="Arial" panose="020B0604020202020204" pitchFamily="34" charset="0"/>
              </a:rPr>
              <a:t>♛</a:t>
            </a:r>
          </a:p>
        </p:txBody>
      </p: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C8798DCC-C050-AB4E-8C75-31C64D4A50E9}"/>
              </a:ext>
            </a:extLst>
          </p:cNvPr>
          <p:cNvGrpSpPr/>
          <p:nvPr/>
        </p:nvGrpSpPr>
        <p:grpSpPr>
          <a:xfrm>
            <a:off x="762850" y="276763"/>
            <a:ext cx="10666301" cy="6304474"/>
            <a:chOff x="5276538" y="569626"/>
            <a:chExt cx="6535711" cy="5960379"/>
          </a:xfrm>
        </p:grpSpPr>
        <p:sp>
          <p:nvSpPr>
            <p:cNvPr id="110" name="Abgerundetes Rechteck 109">
              <a:extLst>
                <a:ext uri="{FF2B5EF4-FFF2-40B4-BE49-F238E27FC236}">
                  <a16:creationId xmlns:a16="http://schemas.microsoft.com/office/drawing/2014/main" id="{664B4517-6808-9E48-B23D-6D7E0FEE9370}"/>
                </a:ext>
              </a:extLst>
            </p:cNvPr>
            <p:cNvSpPr/>
            <p:nvPr/>
          </p:nvSpPr>
          <p:spPr>
            <a:xfrm>
              <a:off x="5276538" y="569626"/>
              <a:ext cx="6535711" cy="596037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5F10333B-6B0D-37CC-1AA5-A5C7B17517E6}"/>
                </a:ext>
              </a:extLst>
            </p:cNvPr>
            <p:cNvSpPr txBox="1"/>
            <p:nvPr/>
          </p:nvSpPr>
          <p:spPr>
            <a:xfrm>
              <a:off x="7187783" y="805048"/>
              <a:ext cx="2713219" cy="436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CHECKMATE!</a:t>
              </a:r>
            </a:p>
          </p:txBody>
        </p:sp>
        <p:sp>
          <p:nvSpPr>
            <p:cNvPr id="112" name="Textfeld 111">
              <a:extLst>
                <a:ext uri="{FF2B5EF4-FFF2-40B4-BE49-F238E27FC236}">
                  <a16:creationId xmlns:a16="http://schemas.microsoft.com/office/drawing/2014/main" id="{580EC622-A1D4-B462-4B1C-DE2AF81A4185}"/>
                </a:ext>
              </a:extLst>
            </p:cNvPr>
            <p:cNvSpPr txBox="1"/>
            <p:nvPr/>
          </p:nvSpPr>
          <p:spPr>
            <a:xfrm>
              <a:off x="5709269" y="1482112"/>
              <a:ext cx="5670246" cy="41609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800" b="1" dirty="0">
                  <a:effectLst/>
                </a:rPr>
                <a:t>Sources:</a:t>
              </a:r>
            </a:p>
            <a:p>
              <a:r>
                <a:rPr lang="de-DE" sz="2800" dirty="0">
                  <a:effectLst/>
                </a:rPr>
                <a:t>1. Ibrahim, Sinan, et al. “</a:t>
              </a:r>
              <a:r>
                <a:rPr lang="de-DE" sz="2800" dirty="0" err="1">
                  <a:effectLst/>
                </a:rPr>
                <a:t>Comprehensive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overview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of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reward</a:t>
              </a:r>
              <a:endParaRPr lang="de-DE" sz="2800" dirty="0">
                <a:effectLst/>
              </a:endParaRPr>
            </a:p>
            <a:p>
              <a:r>
                <a:rPr lang="de-DE" sz="2800" dirty="0">
                  <a:effectLst/>
                </a:rPr>
                <a:t>    </a:t>
              </a:r>
              <a:r>
                <a:rPr lang="de-DE" sz="2800" dirty="0" err="1">
                  <a:effectLst/>
                </a:rPr>
                <a:t>engineering</a:t>
              </a:r>
              <a:r>
                <a:rPr lang="de-DE" sz="2800" dirty="0">
                  <a:effectLst/>
                </a:rPr>
                <a:t> and </a:t>
              </a:r>
              <a:r>
                <a:rPr lang="de-DE" sz="2800" dirty="0" err="1">
                  <a:effectLst/>
                </a:rPr>
                <a:t>shaping</a:t>
              </a:r>
              <a:r>
                <a:rPr lang="de-DE" sz="2800" dirty="0">
                  <a:effectLst/>
                </a:rPr>
                <a:t> in </a:t>
              </a:r>
              <a:r>
                <a:rPr lang="de-DE" sz="2800" dirty="0" err="1">
                  <a:effectLst/>
                </a:rPr>
                <a:t>advancing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reinforcement</a:t>
              </a:r>
              <a:endParaRPr lang="de-DE" sz="2800" dirty="0">
                <a:effectLst/>
              </a:endParaRPr>
            </a:p>
            <a:p>
              <a:r>
                <a:rPr lang="de-DE" sz="2800" dirty="0"/>
                <a:t>    </a:t>
              </a:r>
              <a:r>
                <a:rPr lang="de-DE" sz="2800" dirty="0" err="1">
                  <a:effectLst/>
                </a:rPr>
                <a:t>learning</a:t>
              </a:r>
              <a:r>
                <a:rPr lang="de-DE" sz="2800" dirty="0"/>
                <a:t> </a:t>
              </a:r>
              <a:r>
                <a:rPr lang="de-DE" sz="2800" dirty="0" err="1">
                  <a:effectLst/>
                </a:rPr>
                <a:t>applications</a:t>
              </a:r>
              <a:r>
                <a:rPr lang="de-DE" sz="2800" dirty="0">
                  <a:effectLst/>
                </a:rPr>
                <a:t>.” IEEE Access (2024).</a:t>
              </a:r>
            </a:p>
            <a:p>
              <a:r>
                <a:rPr lang="de-DE" sz="2800" dirty="0">
                  <a:effectLst/>
                </a:rPr>
                <a:t>2. https://</a:t>
              </a:r>
              <a:r>
                <a:rPr lang="de-DE" sz="2800" dirty="0" err="1">
                  <a:effectLst/>
                </a:rPr>
                <a:t>database.lichess.org</a:t>
              </a:r>
              <a:r>
                <a:rPr lang="de-DE" sz="2800" dirty="0">
                  <a:effectLst/>
                </a:rPr>
                <a:t>/</a:t>
              </a:r>
            </a:p>
            <a:p>
              <a:r>
                <a:rPr lang="de-DE" sz="2800" dirty="0">
                  <a:effectLst/>
                </a:rPr>
                <a:t>3. https://</a:t>
              </a:r>
              <a:r>
                <a:rPr lang="de-DE" sz="2800" dirty="0" err="1">
                  <a:effectLst/>
                </a:rPr>
                <a:t>www.kaggle.com</a:t>
              </a:r>
              <a:r>
                <a:rPr lang="de-DE" sz="2800" dirty="0">
                  <a:effectLst/>
                </a:rPr>
                <a:t>/</a:t>
              </a:r>
              <a:r>
                <a:rPr lang="de-DE" sz="2800" dirty="0" err="1">
                  <a:effectLst/>
                </a:rPr>
                <a:t>datasets</a:t>
              </a:r>
              <a:r>
                <a:rPr lang="de-DE" sz="2800" dirty="0">
                  <a:effectLst/>
                </a:rPr>
                <a:t>/</a:t>
              </a:r>
              <a:r>
                <a:rPr lang="de-DE" sz="2800" dirty="0" err="1">
                  <a:effectLst/>
                </a:rPr>
                <a:t>datasnaek</a:t>
              </a:r>
              <a:r>
                <a:rPr lang="de-DE" sz="2800" dirty="0">
                  <a:effectLst/>
                </a:rPr>
                <a:t>/</a:t>
              </a:r>
              <a:r>
                <a:rPr lang="de-DE" sz="2800" dirty="0" err="1">
                  <a:effectLst/>
                </a:rPr>
                <a:t>chess</a:t>
              </a:r>
              <a:r>
                <a:rPr lang="de-DE" sz="2800" dirty="0">
                  <a:effectLst/>
                </a:rPr>
                <a:t>/</a:t>
              </a:r>
              <a:r>
                <a:rPr lang="de-DE" sz="2800" dirty="0" err="1">
                  <a:effectLst/>
                </a:rPr>
                <a:t>data</a:t>
              </a:r>
              <a:endParaRPr lang="de-DE" sz="2800" dirty="0">
                <a:effectLst/>
              </a:endParaRPr>
            </a:p>
            <a:p>
              <a:r>
                <a:rPr lang="de-DE" sz="2800" dirty="0">
                  <a:effectLst/>
                </a:rPr>
                <a:t>4. Ahmed Hussein, Mohamed Medhat Gaber, </a:t>
              </a:r>
              <a:r>
                <a:rPr lang="de-DE" sz="2800" dirty="0" err="1">
                  <a:effectLst/>
                </a:rPr>
                <a:t>Eyad</a:t>
              </a:r>
              <a:r>
                <a:rPr lang="de-DE" sz="2800" dirty="0">
                  <a:effectLst/>
                </a:rPr>
                <a:t> </a:t>
              </a:r>
              <a:r>
                <a:rPr lang="de-DE" sz="2800" dirty="0" err="1">
                  <a:effectLst/>
                </a:rPr>
                <a:t>Elyan</a:t>
              </a:r>
              <a:r>
                <a:rPr lang="de-DE" sz="2800" dirty="0">
                  <a:effectLst/>
                </a:rPr>
                <a:t>, and</a:t>
              </a:r>
            </a:p>
            <a:p>
              <a:r>
                <a:rPr lang="de-DE" sz="2800" dirty="0">
                  <a:effectLst/>
                </a:rPr>
                <a:t>    </a:t>
              </a:r>
              <a:r>
                <a:rPr lang="de-DE" sz="2800" dirty="0" err="1">
                  <a:effectLst/>
                </a:rPr>
                <a:t>Chrisina</a:t>
              </a:r>
              <a:r>
                <a:rPr lang="de-DE" sz="2800" dirty="0">
                  <a:effectLst/>
                </a:rPr>
                <a:t> Jayne. 2017. Imitation Learning: A Survey </a:t>
              </a:r>
              <a:r>
                <a:rPr lang="de-DE" sz="2800" dirty="0" err="1">
                  <a:effectLst/>
                </a:rPr>
                <a:t>of</a:t>
              </a:r>
              <a:endParaRPr lang="de-DE" sz="2800" dirty="0">
                <a:effectLst/>
              </a:endParaRPr>
            </a:p>
            <a:p>
              <a:r>
                <a:rPr lang="de-DE" sz="2800" dirty="0"/>
                <a:t>    </a:t>
              </a:r>
              <a:r>
                <a:rPr lang="de-DE" sz="2800" dirty="0">
                  <a:effectLst/>
                </a:rPr>
                <a:t>Learning Methods. ACM </a:t>
              </a:r>
              <a:r>
                <a:rPr lang="de-DE" sz="2800" dirty="0" err="1">
                  <a:effectLst/>
                </a:rPr>
                <a:t>Comput</a:t>
              </a:r>
              <a:r>
                <a:rPr lang="de-DE" sz="2800" dirty="0">
                  <a:effectLst/>
                </a:rPr>
                <a:t>. </a:t>
              </a:r>
              <a:r>
                <a:rPr lang="de-DE" sz="2800" dirty="0" err="1">
                  <a:effectLst/>
                </a:rPr>
                <a:t>Surv</a:t>
              </a:r>
              <a:r>
                <a:rPr lang="de-DE" sz="2800" dirty="0">
                  <a:effectLst/>
                </a:rPr>
                <a:t>. 50, 2, </a:t>
              </a:r>
              <a:r>
                <a:rPr lang="de-DE" sz="2800" dirty="0" err="1">
                  <a:effectLst/>
                </a:rPr>
                <a:t>Article</a:t>
              </a:r>
              <a:r>
                <a:rPr lang="de-DE" sz="2800" dirty="0">
                  <a:effectLst/>
                </a:rPr>
                <a:t> 21</a:t>
              </a:r>
            </a:p>
            <a:p>
              <a:r>
                <a:rPr lang="de-DE" sz="2800" dirty="0"/>
                <a:t>    </a:t>
              </a:r>
              <a:r>
                <a:rPr lang="de-DE" sz="2800" dirty="0">
                  <a:effectLst/>
                </a:rPr>
                <a:t>(March 2018), 35 </a:t>
              </a:r>
              <a:r>
                <a:rPr lang="de-DE" sz="2800" dirty="0" err="1">
                  <a:effectLst/>
                </a:rPr>
                <a:t>pages</a:t>
              </a:r>
              <a:r>
                <a:rPr lang="de-DE" sz="2800" dirty="0">
                  <a:effectLst/>
                </a:rPr>
                <a:t>. https://</a:t>
              </a:r>
              <a:r>
                <a:rPr lang="de-DE" sz="2800" dirty="0" err="1">
                  <a:effectLst/>
                </a:rPr>
                <a:t>doi.org</a:t>
              </a:r>
              <a:r>
                <a:rPr lang="de-DE" sz="2800" dirty="0">
                  <a:effectLst/>
                </a:rPr>
                <a:t>/10.1145/305491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6827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1383</Words>
  <Application>Microsoft Macintosh PowerPoint</Application>
  <PresentationFormat>Breitbild</PresentationFormat>
  <Paragraphs>825</Paragraphs>
  <Slides>21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Patric Riedel</dc:creator>
  <cp:lastModifiedBy>Patric Riedel</cp:lastModifiedBy>
  <cp:revision>13</cp:revision>
  <dcterms:created xsi:type="dcterms:W3CDTF">2025-11-30T10:23:14Z</dcterms:created>
  <dcterms:modified xsi:type="dcterms:W3CDTF">2025-12-03T23:43:19Z</dcterms:modified>
</cp:coreProperties>
</file>